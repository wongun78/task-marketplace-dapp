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7" r:id="rId2"/>
    <p:sldId id="258" r:id="rId3"/>
    <p:sldId id="259" r:id="rId8"/>
  </p:sldIdLst>
  <p:sldSz cx="21396325" cy="302672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B29B"/>
    <a:srgbClr val="663300"/>
    <a:srgbClr val="715B5B"/>
    <a:srgbClr val="8F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46" d="100"/>
          <a:sy n="46" d="100"/>
        </p:scale>
        <p:origin x="768" y="-49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726" y="4953467"/>
            <a:ext cx="18186876" cy="10537496"/>
          </a:xfrm>
        </p:spPr>
        <p:txBody>
          <a:bodyPr anchor="b"/>
          <a:lstStyle>
            <a:lvl1pPr algn="ctr">
              <a:defRPr sz="14039"/>
            </a:lvl1pPr>
          </a:lstStyle>
          <a:p>
            <a:r>
              <a:rPr lang="en-US"/>
              <a:t>Click to edit Master title style</a:t>
            </a:r>
            <a:endParaRPr lang="en-US" dirty="0"/>
          </a:p>
        </p:txBody>
      </p:sp>
      <p:sp>
        <p:nvSpPr>
          <p:cNvPr id="3" name="Subtitle 2"/>
          <p:cNvSpPr>
            <a:spLocks noGrp="1"/>
          </p:cNvSpPr>
          <p:nvPr>
            <p:ph type="subTitle" idx="1"/>
          </p:nvPr>
        </p:nvSpPr>
        <p:spPr>
          <a:xfrm>
            <a:off x="2674542" y="15897329"/>
            <a:ext cx="16047244" cy="7307583"/>
          </a:xfrm>
        </p:spPr>
        <p:txBody>
          <a:bodyPr/>
          <a:lstStyle>
            <a:lvl1pPr marL="0" indent="0" algn="ctr">
              <a:buNone/>
              <a:defRPr sz="5616"/>
            </a:lvl1pPr>
            <a:lvl2pPr marL="1069802" indent="0" algn="ctr">
              <a:buNone/>
              <a:defRPr sz="4680"/>
            </a:lvl2pPr>
            <a:lvl3pPr marL="2139605" indent="0" algn="ctr">
              <a:buNone/>
              <a:defRPr sz="4212"/>
            </a:lvl3pPr>
            <a:lvl4pPr marL="3209407" indent="0" algn="ctr">
              <a:buNone/>
              <a:defRPr sz="3744"/>
            </a:lvl4pPr>
            <a:lvl5pPr marL="4279209" indent="0" algn="ctr">
              <a:buNone/>
              <a:defRPr sz="3744"/>
            </a:lvl5pPr>
            <a:lvl6pPr marL="5349011" indent="0" algn="ctr">
              <a:buNone/>
              <a:defRPr sz="3744"/>
            </a:lvl6pPr>
            <a:lvl7pPr marL="6418814" indent="0" algn="ctr">
              <a:buNone/>
              <a:defRPr sz="3744"/>
            </a:lvl7pPr>
            <a:lvl8pPr marL="7488616" indent="0" algn="ctr">
              <a:buNone/>
              <a:defRPr sz="3744"/>
            </a:lvl8pPr>
            <a:lvl9pPr marL="8558418" indent="0" algn="ctr">
              <a:buNone/>
              <a:defRPr sz="374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182D8D-98C4-4E75-88F5-E191390E0927}"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2045156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182D8D-98C4-4E75-88F5-E191390E0927}"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609027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9855" y="7545811"/>
            <a:ext cx="18454330" cy="12590343"/>
          </a:xfrm>
        </p:spPr>
        <p:txBody>
          <a:bodyPr anchor="b"/>
          <a:lstStyle>
            <a:lvl1pPr>
              <a:defRPr sz="14039"/>
            </a:lvl1pPr>
          </a:lstStyle>
          <a:p>
            <a:r>
              <a:rPr lang="en-US"/>
              <a:t>Click to edit Master title style</a:t>
            </a:r>
            <a:endParaRPr lang="en-US" dirty="0"/>
          </a:p>
        </p:txBody>
      </p:sp>
      <p:sp>
        <p:nvSpPr>
          <p:cNvPr id="3" name="Text Placeholder 2"/>
          <p:cNvSpPr>
            <a:spLocks noGrp="1"/>
          </p:cNvSpPr>
          <p:nvPr>
            <p:ph type="body" idx="1"/>
          </p:nvPr>
        </p:nvSpPr>
        <p:spPr>
          <a:xfrm>
            <a:off x="1459855" y="20255263"/>
            <a:ext cx="18454330" cy="6620963"/>
          </a:xfrm>
        </p:spPr>
        <p:txBody>
          <a:bodyPr/>
          <a:lstStyle>
            <a:lvl1pPr marL="0" indent="0">
              <a:buNone/>
              <a:defRPr sz="5616">
                <a:solidFill>
                  <a:schemeClr val="tx1"/>
                </a:solidFill>
              </a:defRPr>
            </a:lvl1pPr>
            <a:lvl2pPr marL="1069802" indent="0">
              <a:buNone/>
              <a:defRPr sz="4680">
                <a:solidFill>
                  <a:schemeClr val="tx1">
                    <a:tint val="75000"/>
                  </a:schemeClr>
                </a:solidFill>
              </a:defRPr>
            </a:lvl2pPr>
            <a:lvl3pPr marL="2139605" indent="0">
              <a:buNone/>
              <a:defRPr sz="4212">
                <a:solidFill>
                  <a:schemeClr val="tx1">
                    <a:tint val="75000"/>
                  </a:schemeClr>
                </a:solidFill>
              </a:defRPr>
            </a:lvl3pPr>
            <a:lvl4pPr marL="3209407" indent="0">
              <a:buNone/>
              <a:defRPr sz="3744">
                <a:solidFill>
                  <a:schemeClr val="tx1">
                    <a:tint val="75000"/>
                  </a:schemeClr>
                </a:solidFill>
              </a:defRPr>
            </a:lvl4pPr>
            <a:lvl5pPr marL="4279209" indent="0">
              <a:buNone/>
              <a:defRPr sz="3744">
                <a:solidFill>
                  <a:schemeClr val="tx1">
                    <a:tint val="75000"/>
                  </a:schemeClr>
                </a:solidFill>
              </a:defRPr>
            </a:lvl5pPr>
            <a:lvl6pPr marL="5349011" indent="0">
              <a:buNone/>
              <a:defRPr sz="3744">
                <a:solidFill>
                  <a:schemeClr val="tx1">
                    <a:tint val="75000"/>
                  </a:schemeClr>
                </a:solidFill>
              </a:defRPr>
            </a:lvl6pPr>
            <a:lvl7pPr marL="6418814" indent="0">
              <a:buNone/>
              <a:defRPr sz="3744">
                <a:solidFill>
                  <a:schemeClr val="tx1">
                    <a:tint val="75000"/>
                  </a:schemeClr>
                </a:solidFill>
              </a:defRPr>
            </a:lvl7pPr>
            <a:lvl8pPr marL="7488616" indent="0">
              <a:buNone/>
              <a:defRPr sz="3744">
                <a:solidFill>
                  <a:schemeClr val="tx1">
                    <a:tint val="75000"/>
                  </a:schemeClr>
                </a:solidFill>
              </a:defRPr>
            </a:lvl8pPr>
            <a:lvl9pPr marL="8558418" indent="0">
              <a:buNone/>
              <a:defRPr sz="374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182D8D-98C4-4E75-88F5-E191390E0927}"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2445256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70997"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831890"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182D8D-98C4-4E75-88F5-E191390E0927}" type="datetimeFigureOut">
              <a:rPr lang="en-US" smtClean="0"/>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510056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3784" y="1611459"/>
            <a:ext cx="18454330" cy="5850274"/>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73787" y="7419689"/>
            <a:ext cx="9051647" cy="3636274"/>
          </a:xfrm>
        </p:spPr>
        <p:txBody>
          <a:bodyPr anchor="b"/>
          <a:lstStyle>
            <a:lvl1pPr marL="0" indent="0">
              <a:buNone/>
              <a:defRPr sz="5616" b="1"/>
            </a:lvl1pPr>
            <a:lvl2pPr marL="1069802" indent="0">
              <a:buNone/>
              <a:defRPr sz="4680" b="1"/>
            </a:lvl2pPr>
            <a:lvl3pPr marL="2139605" indent="0">
              <a:buNone/>
              <a:defRPr sz="4212" b="1"/>
            </a:lvl3pPr>
            <a:lvl4pPr marL="3209407" indent="0">
              <a:buNone/>
              <a:defRPr sz="3744" b="1"/>
            </a:lvl4pPr>
            <a:lvl5pPr marL="4279209" indent="0">
              <a:buNone/>
              <a:defRPr sz="3744" b="1"/>
            </a:lvl5pPr>
            <a:lvl6pPr marL="5349011" indent="0">
              <a:buNone/>
              <a:defRPr sz="3744" b="1"/>
            </a:lvl6pPr>
            <a:lvl7pPr marL="6418814" indent="0">
              <a:buNone/>
              <a:defRPr sz="3744" b="1"/>
            </a:lvl7pPr>
            <a:lvl8pPr marL="7488616" indent="0">
              <a:buNone/>
              <a:defRPr sz="3744" b="1"/>
            </a:lvl8pPr>
            <a:lvl9pPr marL="8558418" indent="0">
              <a:buNone/>
              <a:defRPr sz="3744" b="1"/>
            </a:lvl9pPr>
          </a:lstStyle>
          <a:p>
            <a:pPr lvl="0"/>
            <a:r>
              <a:rPr lang="en-US"/>
              <a:t>Click to edit Master text styles</a:t>
            </a:r>
          </a:p>
        </p:txBody>
      </p:sp>
      <p:sp>
        <p:nvSpPr>
          <p:cNvPr id="4" name="Content Placeholder 3"/>
          <p:cNvSpPr>
            <a:spLocks noGrp="1"/>
          </p:cNvSpPr>
          <p:nvPr>
            <p:ph sz="half" idx="2"/>
          </p:nvPr>
        </p:nvSpPr>
        <p:spPr>
          <a:xfrm>
            <a:off x="1473787" y="11055963"/>
            <a:ext cx="9051647"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831892" y="7419689"/>
            <a:ext cx="9096225" cy="3636274"/>
          </a:xfrm>
        </p:spPr>
        <p:txBody>
          <a:bodyPr anchor="b"/>
          <a:lstStyle>
            <a:lvl1pPr marL="0" indent="0">
              <a:buNone/>
              <a:defRPr sz="5616" b="1"/>
            </a:lvl1pPr>
            <a:lvl2pPr marL="1069802" indent="0">
              <a:buNone/>
              <a:defRPr sz="4680" b="1"/>
            </a:lvl2pPr>
            <a:lvl3pPr marL="2139605" indent="0">
              <a:buNone/>
              <a:defRPr sz="4212" b="1"/>
            </a:lvl3pPr>
            <a:lvl4pPr marL="3209407" indent="0">
              <a:buNone/>
              <a:defRPr sz="3744" b="1"/>
            </a:lvl4pPr>
            <a:lvl5pPr marL="4279209" indent="0">
              <a:buNone/>
              <a:defRPr sz="3744" b="1"/>
            </a:lvl5pPr>
            <a:lvl6pPr marL="5349011" indent="0">
              <a:buNone/>
              <a:defRPr sz="3744" b="1"/>
            </a:lvl6pPr>
            <a:lvl7pPr marL="6418814" indent="0">
              <a:buNone/>
              <a:defRPr sz="3744" b="1"/>
            </a:lvl7pPr>
            <a:lvl8pPr marL="7488616" indent="0">
              <a:buNone/>
              <a:defRPr sz="3744" b="1"/>
            </a:lvl8pPr>
            <a:lvl9pPr marL="8558418" indent="0">
              <a:buNone/>
              <a:defRPr sz="3744" b="1"/>
            </a:lvl9pPr>
          </a:lstStyle>
          <a:p>
            <a:pPr lvl="0"/>
            <a:r>
              <a:rPr lang="en-US"/>
              <a:t>Click to edit Master text styles</a:t>
            </a:r>
          </a:p>
        </p:txBody>
      </p:sp>
      <p:sp>
        <p:nvSpPr>
          <p:cNvPr id="6" name="Content Placeholder 5"/>
          <p:cNvSpPr>
            <a:spLocks noGrp="1"/>
          </p:cNvSpPr>
          <p:nvPr>
            <p:ph sz="quarter" idx="4"/>
          </p:nvPr>
        </p:nvSpPr>
        <p:spPr>
          <a:xfrm>
            <a:off x="10831892" y="11055963"/>
            <a:ext cx="9096225"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182D8D-98C4-4E75-88F5-E191390E0927}" type="datetimeFigureOut">
              <a:rPr lang="en-US" smtClean="0"/>
              <a:t>6/18/2025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370448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182D8D-98C4-4E75-88F5-E191390E0927}" type="datetimeFigureOut">
              <a:rPr lang="en-US" smtClean="0"/>
              <a:t>6/18/2025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10572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182D8D-98C4-4E75-88F5-E191390E0927}" type="datetimeFigureOut">
              <a:rPr lang="en-US" smtClean="0"/>
              <a:t>6/18/2025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3319498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en-US"/>
              <a:t>Click to edit Master title style</a:t>
            </a:r>
            <a:endParaRPr lang="en-US" dirty="0"/>
          </a:p>
        </p:txBody>
      </p:sp>
      <p:sp>
        <p:nvSpPr>
          <p:cNvPr id="3" name="Content Placeholder 2"/>
          <p:cNvSpPr>
            <a:spLocks noGrp="1"/>
          </p:cNvSpPr>
          <p:nvPr>
            <p:ph idx="1"/>
          </p:nvPr>
        </p:nvSpPr>
        <p:spPr>
          <a:xfrm>
            <a:off x="9096225" y="4357936"/>
            <a:ext cx="10831890" cy="21509383"/>
          </a:xfrm>
        </p:spPr>
        <p:txBody>
          <a:bodyPr/>
          <a:lstStyle>
            <a:lvl1pPr>
              <a:defRPr sz="7488"/>
            </a:lvl1pPr>
            <a:lvl2pPr>
              <a:defRPr sz="6552"/>
            </a:lvl2pPr>
            <a:lvl3pPr>
              <a:defRPr sz="5616"/>
            </a:lvl3pPr>
            <a:lvl4pPr>
              <a:defRPr sz="4680"/>
            </a:lvl4pPr>
            <a:lvl5pPr>
              <a:defRPr sz="4680"/>
            </a:lvl5pPr>
            <a:lvl6pPr>
              <a:defRPr sz="4680"/>
            </a:lvl6pPr>
            <a:lvl7pPr>
              <a:defRPr sz="4680"/>
            </a:lvl7pPr>
            <a:lvl8pPr>
              <a:defRPr sz="4680"/>
            </a:lvl8pPr>
            <a:lvl9pPr>
              <a:defRPr sz="46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73784" y="9080184"/>
            <a:ext cx="6900872" cy="16822160"/>
          </a:xfrm>
        </p:spPr>
        <p:txBody>
          <a:bodyPr/>
          <a:lstStyle>
            <a:lvl1pPr marL="0" indent="0">
              <a:buNone/>
              <a:defRPr sz="3744"/>
            </a:lvl1pPr>
            <a:lvl2pPr marL="1069802" indent="0">
              <a:buNone/>
              <a:defRPr sz="3276"/>
            </a:lvl2pPr>
            <a:lvl3pPr marL="2139605" indent="0">
              <a:buNone/>
              <a:defRPr sz="2808"/>
            </a:lvl3pPr>
            <a:lvl4pPr marL="3209407" indent="0">
              <a:buNone/>
              <a:defRPr sz="2340"/>
            </a:lvl4pPr>
            <a:lvl5pPr marL="4279209" indent="0">
              <a:buNone/>
              <a:defRPr sz="2340"/>
            </a:lvl5pPr>
            <a:lvl6pPr marL="5349011" indent="0">
              <a:buNone/>
              <a:defRPr sz="2340"/>
            </a:lvl6pPr>
            <a:lvl7pPr marL="6418814" indent="0">
              <a:buNone/>
              <a:defRPr sz="2340"/>
            </a:lvl7pPr>
            <a:lvl8pPr marL="7488616" indent="0">
              <a:buNone/>
              <a:defRPr sz="2340"/>
            </a:lvl8pPr>
            <a:lvl9pPr marL="8558418"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98182D8D-98C4-4E75-88F5-E191390E0927}" type="datetimeFigureOut">
              <a:rPr lang="en-US" smtClean="0"/>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205155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en-US"/>
              <a:t>Click to edit Master title style</a:t>
            </a:r>
            <a:endParaRPr lang="en-US" dirty="0"/>
          </a:p>
        </p:txBody>
      </p:sp>
      <p:sp>
        <p:nvSpPr>
          <p:cNvPr id="3" name="Picture Placeholder 2"/>
          <p:cNvSpPr>
            <a:spLocks noGrp="1" noChangeAspect="1"/>
          </p:cNvSpPr>
          <p:nvPr>
            <p:ph type="pic" idx="1"/>
          </p:nvPr>
        </p:nvSpPr>
        <p:spPr>
          <a:xfrm>
            <a:off x="9096225" y="4357936"/>
            <a:ext cx="10831890" cy="21509383"/>
          </a:xfrm>
        </p:spPr>
        <p:txBody>
          <a:bodyPr anchor="t"/>
          <a:lstStyle>
            <a:lvl1pPr marL="0" indent="0">
              <a:buNone/>
              <a:defRPr sz="7488"/>
            </a:lvl1pPr>
            <a:lvl2pPr marL="1069802" indent="0">
              <a:buNone/>
              <a:defRPr sz="6552"/>
            </a:lvl2pPr>
            <a:lvl3pPr marL="2139605" indent="0">
              <a:buNone/>
              <a:defRPr sz="5616"/>
            </a:lvl3pPr>
            <a:lvl4pPr marL="3209407" indent="0">
              <a:buNone/>
              <a:defRPr sz="4680"/>
            </a:lvl4pPr>
            <a:lvl5pPr marL="4279209" indent="0">
              <a:buNone/>
              <a:defRPr sz="4680"/>
            </a:lvl5pPr>
            <a:lvl6pPr marL="5349011" indent="0">
              <a:buNone/>
              <a:defRPr sz="4680"/>
            </a:lvl6pPr>
            <a:lvl7pPr marL="6418814" indent="0">
              <a:buNone/>
              <a:defRPr sz="4680"/>
            </a:lvl7pPr>
            <a:lvl8pPr marL="7488616" indent="0">
              <a:buNone/>
              <a:defRPr sz="4680"/>
            </a:lvl8pPr>
            <a:lvl9pPr marL="8558418" indent="0">
              <a:buNone/>
              <a:defRPr sz="4680"/>
            </a:lvl9pPr>
          </a:lstStyle>
          <a:p>
            <a:r>
              <a:rPr lang="en-US"/>
              <a:t>Click icon to add picture</a:t>
            </a:r>
          </a:p>
        </p:txBody>
      </p:sp>
      <p:sp>
        <p:nvSpPr>
          <p:cNvPr id="4" name="Text Placeholder 3"/>
          <p:cNvSpPr>
            <a:spLocks noGrp="1"/>
          </p:cNvSpPr>
          <p:nvPr>
            <p:ph type="body" sz="half" idx="2"/>
          </p:nvPr>
        </p:nvSpPr>
        <p:spPr>
          <a:xfrm>
            <a:off x="1473784" y="9080184"/>
            <a:ext cx="6900872" cy="16822160"/>
          </a:xfrm>
        </p:spPr>
        <p:txBody>
          <a:bodyPr/>
          <a:lstStyle>
            <a:lvl1pPr marL="0" indent="0">
              <a:buNone/>
              <a:defRPr sz="3744"/>
            </a:lvl1pPr>
            <a:lvl2pPr marL="1069802" indent="0">
              <a:buNone/>
              <a:defRPr sz="3276"/>
            </a:lvl2pPr>
            <a:lvl3pPr marL="2139605" indent="0">
              <a:buNone/>
              <a:defRPr sz="2808"/>
            </a:lvl3pPr>
            <a:lvl4pPr marL="3209407" indent="0">
              <a:buNone/>
              <a:defRPr sz="2340"/>
            </a:lvl4pPr>
            <a:lvl5pPr marL="4279209" indent="0">
              <a:buNone/>
              <a:defRPr sz="2340"/>
            </a:lvl5pPr>
            <a:lvl6pPr marL="5349011" indent="0">
              <a:buNone/>
              <a:defRPr sz="2340"/>
            </a:lvl6pPr>
            <a:lvl7pPr marL="6418814" indent="0">
              <a:buNone/>
              <a:defRPr sz="2340"/>
            </a:lvl7pPr>
            <a:lvl8pPr marL="7488616" indent="0">
              <a:buNone/>
              <a:defRPr sz="2340"/>
            </a:lvl8pPr>
            <a:lvl9pPr marL="8558418" indent="0">
              <a:buNone/>
              <a:defRPr sz="2340"/>
            </a:lvl9pPr>
          </a:lstStyle>
          <a:p>
            <a:pPr lvl="0"/>
            <a:r>
              <a:rPr lang="en-US"/>
              <a:t>Click to edit Master text styles</a:t>
            </a:r>
          </a:p>
        </p:txBody>
      </p:sp>
      <p:sp>
        <p:nvSpPr>
          <p:cNvPr id="5" name="Date Placeholder 4"/>
          <p:cNvSpPr>
            <a:spLocks noGrp="1"/>
          </p:cNvSpPr>
          <p:nvPr>
            <p:ph type="dt" sz="half" idx="10"/>
          </p:nvPr>
        </p:nvSpPr>
        <p:spPr/>
        <p:txBody>
          <a:bodyPr/>
          <a:lstStyle/>
          <a:p>
            <a:fld id="{98182D8D-98C4-4E75-88F5-E191390E0927}" type="datetimeFigureOut">
              <a:rPr lang="en-US" smtClean="0"/>
              <a:t>6/18/2025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1400482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182D8D-98C4-4E75-88F5-E191390E0927}"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3603302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11747" y="1611453"/>
            <a:ext cx="4613583" cy="25650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70998" y="1611453"/>
            <a:ext cx="13573294" cy="25650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182D8D-98C4-4E75-88F5-E191390E0927}" type="datetimeFigureOut">
              <a:rPr lang="en-US" smtClean="0"/>
              <a:t>6/18/2025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F1D2B-4971-4D74-B251-AEA75C8A3ABF}" type="slidenum">
              <a:rPr lang="en-US" smtClean="0"/>
              <a:t>‹#›</a:t>
            </a:fld>
            <a:endParaRPr lang="en-US"/>
          </a:p>
        </p:txBody>
      </p:sp>
    </p:spTree>
    <p:extLst>
      <p:ext uri="{BB962C8B-B14F-4D97-AF65-F5344CB8AC3E}">
        <p14:creationId xmlns:p14="http://schemas.microsoft.com/office/powerpoint/2010/main" val="16411599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998" y="1611459"/>
            <a:ext cx="18454330" cy="585027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70998" y="8057261"/>
            <a:ext cx="18454330" cy="192043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70998" y="28053288"/>
            <a:ext cx="4814173" cy="1611452"/>
          </a:xfrm>
          <a:prstGeom prst="rect">
            <a:avLst/>
          </a:prstGeom>
        </p:spPr>
        <p:txBody>
          <a:bodyPr vert="horz" lIns="91440" tIns="45720" rIns="91440" bIns="45720" rtlCol="0" anchor="ctr"/>
          <a:lstStyle>
            <a:lvl1pPr algn="l">
              <a:defRPr sz="2808">
                <a:solidFill>
                  <a:schemeClr val="tx1">
                    <a:tint val="75000"/>
                  </a:schemeClr>
                </a:solidFill>
              </a:defRPr>
            </a:lvl1pPr>
          </a:lstStyle>
          <a:p>
            <a:fld id="{98182D8D-98C4-4E75-88F5-E191390E0927}" type="datetimeFigureOut">
              <a:rPr lang="en-US" smtClean="0"/>
              <a:t>6/18/2025</a:t>
            </a:fld>
            <a:endParaRPr lang="en-US"/>
          </a:p>
        </p:txBody>
      </p:sp>
      <p:sp>
        <p:nvSpPr>
          <p:cNvPr id="5" name="Footer Placeholder 4"/>
          <p:cNvSpPr>
            <a:spLocks noGrp="1"/>
          </p:cNvSpPr>
          <p:nvPr>
            <p:ph type="ftr" sz="quarter" idx="3"/>
          </p:nvPr>
        </p:nvSpPr>
        <p:spPr>
          <a:xfrm>
            <a:off x="7087533" y="28053288"/>
            <a:ext cx="7221260" cy="1611452"/>
          </a:xfrm>
          <a:prstGeom prst="rect">
            <a:avLst/>
          </a:prstGeom>
        </p:spPr>
        <p:txBody>
          <a:bodyPr vert="horz" lIns="91440" tIns="45720" rIns="91440" bIns="45720" rtlCol="0" anchor="ctr"/>
          <a:lstStyle>
            <a:lvl1pPr algn="ctr">
              <a:defRPr sz="280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111156" y="28053288"/>
            <a:ext cx="4814173" cy="1611452"/>
          </a:xfrm>
          <a:prstGeom prst="rect">
            <a:avLst/>
          </a:prstGeom>
        </p:spPr>
        <p:txBody>
          <a:bodyPr vert="horz" lIns="91440" tIns="45720" rIns="91440" bIns="45720" rtlCol="0" anchor="ctr"/>
          <a:lstStyle>
            <a:lvl1pPr algn="r">
              <a:defRPr sz="2808">
                <a:solidFill>
                  <a:schemeClr val="tx1">
                    <a:tint val="75000"/>
                  </a:schemeClr>
                </a:solidFill>
              </a:defRPr>
            </a:lvl1pPr>
          </a:lstStyle>
          <a:p>
            <a:fld id="{EB5F1D2B-4971-4D74-B251-AEA75C8A3ABF}" type="slidenum">
              <a:rPr lang="en-US" smtClean="0"/>
              <a:t>‹#›</a:t>
            </a:fld>
            <a:endParaRPr lang="en-US"/>
          </a:p>
        </p:txBody>
      </p:sp>
    </p:spTree>
    <p:extLst>
      <p:ext uri="{BB962C8B-B14F-4D97-AF65-F5344CB8AC3E}">
        <p14:creationId xmlns:p14="http://schemas.microsoft.com/office/powerpoint/2010/main" val="182105701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139605" rtl="0" eaLnBrk="1" latinLnBrk="0" hangingPunct="1">
        <a:lnSpc>
          <a:spcPct val="90000"/>
        </a:lnSpc>
        <a:spcBef>
          <a:spcPct val="0"/>
        </a:spcBef>
        <a:buNone/>
        <a:defRPr sz="10296" kern="1200">
          <a:solidFill>
            <a:schemeClr val="tx1"/>
          </a:solidFill>
          <a:latin typeface="+mj-lt"/>
          <a:ea typeface="+mj-ea"/>
          <a:cs typeface="+mj-cs"/>
        </a:defRPr>
      </a:lvl1pPr>
    </p:titleStyle>
    <p:bodyStyle>
      <a:lvl1pPr marL="534901" indent="-534901" algn="l" defTabSz="2139605" rtl="0" eaLnBrk="1" latinLnBrk="0" hangingPunct="1">
        <a:lnSpc>
          <a:spcPct val="90000"/>
        </a:lnSpc>
        <a:spcBef>
          <a:spcPts val="2340"/>
        </a:spcBef>
        <a:buFont typeface="Arial" panose="020B0604020202020204" pitchFamily="34" charset="0"/>
        <a:buChar char="•"/>
        <a:defRPr sz="6552" kern="1200">
          <a:solidFill>
            <a:schemeClr val="tx1"/>
          </a:solidFill>
          <a:latin typeface="+mn-lt"/>
          <a:ea typeface="+mn-ea"/>
          <a:cs typeface="+mn-cs"/>
        </a:defRPr>
      </a:lvl1pPr>
      <a:lvl2pPr marL="1604703" indent="-534901" algn="l" defTabSz="2139605" rtl="0" eaLnBrk="1" latinLnBrk="0" hangingPunct="1">
        <a:lnSpc>
          <a:spcPct val="90000"/>
        </a:lnSpc>
        <a:spcBef>
          <a:spcPts val="1170"/>
        </a:spcBef>
        <a:buFont typeface="Arial" panose="020B0604020202020204" pitchFamily="34" charset="0"/>
        <a:buChar char="•"/>
        <a:defRPr sz="5616" kern="1200">
          <a:solidFill>
            <a:schemeClr val="tx1"/>
          </a:solidFill>
          <a:latin typeface="+mn-lt"/>
          <a:ea typeface="+mn-ea"/>
          <a:cs typeface="+mn-cs"/>
        </a:defRPr>
      </a:lvl2pPr>
      <a:lvl3pPr marL="2674506" indent="-534901" algn="l" defTabSz="2139605" rtl="0" eaLnBrk="1" latinLnBrk="0" hangingPunct="1">
        <a:lnSpc>
          <a:spcPct val="90000"/>
        </a:lnSpc>
        <a:spcBef>
          <a:spcPts val="1170"/>
        </a:spcBef>
        <a:buFont typeface="Arial" panose="020B0604020202020204" pitchFamily="34" charset="0"/>
        <a:buChar char="•"/>
        <a:defRPr sz="4680" kern="1200">
          <a:solidFill>
            <a:schemeClr val="tx1"/>
          </a:solidFill>
          <a:latin typeface="+mn-lt"/>
          <a:ea typeface="+mn-ea"/>
          <a:cs typeface="+mn-cs"/>
        </a:defRPr>
      </a:lvl3pPr>
      <a:lvl4pPr marL="3744308"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4pPr>
      <a:lvl5pPr marL="4814110"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5pPr>
      <a:lvl6pPr marL="5883913"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6pPr>
      <a:lvl7pPr marL="6953715"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7pPr>
      <a:lvl8pPr marL="8023517"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8pPr>
      <a:lvl9pPr marL="9093319"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9pPr>
    </p:bodyStyle>
    <p:otherStyle>
      <a:defPPr>
        <a:defRPr lang="en-US"/>
      </a:defPPr>
      <a:lvl1pPr marL="0" algn="l" defTabSz="2139605" rtl="0" eaLnBrk="1" latinLnBrk="0" hangingPunct="1">
        <a:defRPr sz="4212" kern="1200">
          <a:solidFill>
            <a:schemeClr val="tx1"/>
          </a:solidFill>
          <a:latin typeface="+mn-lt"/>
          <a:ea typeface="+mn-ea"/>
          <a:cs typeface="+mn-cs"/>
        </a:defRPr>
      </a:lvl1pPr>
      <a:lvl2pPr marL="1069802" algn="l" defTabSz="2139605" rtl="0" eaLnBrk="1" latinLnBrk="0" hangingPunct="1">
        <a:defRPr sz="4212" kern="1200">
          <a:solidFill>
            <a:schemeClr val="tx1"/>
          </a:solidFill>
          <a:latin typeface="+mn-lt"/>
          <a:ea typeface="+mn-ea"/>
          <a:cs typeface="+mn-cs"/>
        </a:defRPr>
      </a:lvl2pPr>
      <a:lvl3pPr marL="2139605" algn="l" defTabSz="2139605" rtl="0" eaLnBrk="1" latinLnBrk="0" hangingPunct="1">
        <a:defRPr sz="4212" kern="1200">
          <a:solidFill>
            <a:schemeClr val="tx1"/>
          </a:solidFill>
          <a:latin typeface="+mn-lt"/>
          <a:ea typeface="+mn-ea"/>
          <a:cs typeface="+mn-cs"/>
        </a:defRPr>
      </a:lvl3pPr>
      <a:lvl4pPr marL="3209407" algn="l" defTabSz="2139605" rtl="0" eaLnBrk="1" latinLnBrk="0" hangingPunct="1">
        <a:defRPr sz="4212" kern="1200">
          <a:solidFill>
            <a:schemeClr val="tx1"/>
          </a:solidFill>
          <a:latin typeface="+mn-lt"/>
          <a:ea typeface="+mn-ea"/>
          <a:cs typeface="+mn-cs"/>
        </a:defRPr>
      </a:lvl4pPr>
      <a:lvl5pPr marL="4279209" algn="l" defTabSz="2139605" rtl="0" eaLnBrk="1" latinLnBrk="0" hangingPunct="1">
        <a:defRPr sz="4212" kern="1200">
          <a:solidFill>
            <a:schemeClr val="tx1"/>
          </a:solidFill>
          <a:latin typeface="+mn-lt"/>
          <a:ea typeface="+mn-ea"/>
          <a:cs typeface="+mn-cs"/>
        </a:defRPr>
      </a:lvl5pPr>
      <a:lvl6pPr marL="5349011" algn="l" defTabSz="2139605" rtl="0" eaLnBrk="1" latinLnBrk="0" hangingPunct="1">
        <a:defRPr sz="4212" kern="1200">
          <a:solidFill>
            <a:schemeClr val="tx1"/>
          </a:solidFill>
          <a:latin typeface="+mn-lt"/>
          <a:ea typeface="+mn-ea"/>
          <a:cs typeface="+mn-cs"/>
        </a:defRPr>
      </a:lvl6pPr>
      <a:lvl7pPr marL="6418814" algn="l" defTabSz="2139605" rtl="0" eaLnBrk="1" latinLnBrk="0" hangingPunct="1">
        <a:defRPr sz="4212" kern="1200">
          <a:solidFill>
            <a:schemeClr val="tx1"/>
          </a:solidFill>
          <a:latin typeface="+mn-lt"/>
          <a:ea typeface="+mn-ea"/>
          <a:cs typeface="+mn-cs"/>
        </a:defRPr>
      </a:lvl7pPr>
      <a:lvl8pPr marL="7488616" algn="l" defTabSz="2139605" rtl="0" eaLnBrk="1" latinLnBrk="0" hangingPunct="1">
        <a:defRPr sz="4212" kern="1200">
          <a:solidFill>
            <a:schemeClr val="tx1"/>
          </a:solidFill>
          <a:latin typeface="+mn-lt"/>
          <a:ea typeface="+mn-ea"/>
          <a:cs typeface="+mn-cs"/>
        </a:defRPr>
      </a:lvl8pPr>
      <a:lvl9pPr marL="8558418" algn="l" defTabSz="2139605" rtl="0" eaLnBrk="1" latinLnBrk="0" hangingPunct="1">
        <a:defRPr sz="421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jpeg"/><Relationship Id="rId8"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DB3650-D8C3-D889-7E85-735222153D8F}"/>
              </a:ext>
            </a:extLst>
          </p:cNvPr>
          <p:cNvSpPr/>
          <p:nvPr/>
        </p:nvSpPr>
        <p:spPr>
          <a:xfrm>
            <a:off x="2" y="-1"/>
            <a:ext cx="21396325" cy="30267276"/>
          </a:xfrm>
          <a:prstGeom prst="rect">
            <a:avLst/>
          </a:prstGeom>
          <a:solidFill>
            <a:srgbClr val="715B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B08CA898-3BE0-218C-B98D-AEAB6AAD2873}"/>
              </a:ext>
            </a:extLst>
          </p:cNvPr>
          <p:cNvGraphicFramePr>
            <a:graphicFrameLocks noGrp="1"/>
          </p:cNvGraphicFramePr>
          <p:nvPr/>
        </p:nvGraphicFramePr>
        <p:xfrm>
          <a:off x="-1" y="19732"/>
          <a:ext cx="21396330" cy="30247545"/>
        </p:xfrm>
        <a:graphic>
          <a:graphicData uri="http://schemas.openxmlformats.org/drawingml/2006/table">
            <a:tbl>
              <a:tblPr firstRow="1" bandRow="1">
                <a:tableStyleId>{5C22544A-7EE6-4342-B048-85BDC9FD1C3A}</a:tableStyleId>
              </a:tblPr>
              <a:tblGrid>
                <a:gridCol w="2139633">
                  <a:extLst>
                    <a:ext uri="{9D8B030D-6E8A-4147-A177-3AD203B41FA5}">
                      <a16:colId xmlns:a16="http://schemas.microsoft.com/office/drawing/2014/main" val="841237721"/>
                    </a:ext>
                  </a:extLst>
                </a:gridCol>
                <a:gridCol w="2139633">
                  <a:extLst>
                    <a:ext uri="{9D8B030D-6E8A-4147-A177-3AD203B41FA5}">
                      <a16:colId xmlns:a16="http://schemas.microsoft.com/office/drawing/2014/main" val="2891087807"/>
                    </a:ext>
                  </a:extLst>
                </a:gridCol>
                <a:gridCol w="2139633">
                  <a:extLst>
                    <a:ext uri="{9D8B030D-6E8A-4147-A177-3AD203B41FA5}">
                      <a16:colId xmlns:a16="http://schemas.microsoft.com/office/drawing/2014/main" val="3794116459"/>
                    </a:ext>
                  </a:extLst>
                </a:gridCol>
                <a:gridCol w="2139633">
                  <a:extLst>
                    <a:ext uri="{9D8B030D-6E8A-4147-A177-3AD203B41FA5}">
                      <a16:colId xmlns:a16="http://schemas.microsoft.com/office/drawing/2014/main" val="2968132112"/>
                    </a:ext>
                  </a:extLst>
                </a:gridCol>
                <a:gridCol w="2139633">
                  <a:extLst>
                    <a:ext uri="{9D8B030D-6E8A-4147-A177-3AD203B41FA5}">
                      <a16:colId xmlns:a16="http://schemas.microsoft.com/office/drawing/2014/main" val="3495338850"/>
                    </a:ext>
                  </a:extLst>
                </a:gridCol>
                <a:gridCol w="2139633">
                  <a:extLst>
                    <a:ext uri="{9D8B030D-6E8A-4147-A177-3AD203B41FA5}">
                      <a16:colId xmlns:a16="http://schemas.microsoft.com/office/drawing/2014/main" val="3734628493"/>
                    </a:ext>
                  </a:extLst>
                </a:gridCol>
                <a:gridCol w="2139633">
                  <a:extLst>
                    <a:ext uri="{9D8B030D-6E8A-4147-A177-3AD203B41FA5}">
                      <a16:colId xmlns:a16="http://schemas.microsoft.com/office/drawing/2014/main" val="1874752402"/>
                    </a:ext>
                  </a:extLst>
                </a:gridCol>
                <a:gridCol w="2139633">
                  <a:extLst>
                    <a:ext uri="{9D8B030D-6E8A-4147-A177-3AD203B41FA5}">
                      <a16:colId xmlns:a16="http://schemas.microsoft.com/office/drawing/2014/main" val="935849683"/>
                    </a:ext>
                  </a:extLst>
                </a:gridCol>
                <a:gridCol w="2139633">
                  <a:extLst>
                    <a:ext uri="{9D8B030D-6E8A-4147-A177-3AD203B41FA5}">
                      <a16:colId xmlns:a16="http://schemas.microsoft.com/office/drawing/2014/main" val="2705648259"/>
                    </a:ext>
                  </a:extLst>
                </a:gridCol>
                <a:gridCol w="2139633">
                  <a:extLst>
                    <a:ext uri="{9D8B030D-6E8A-4147-A177-3AD203B41FA5}">
                      <a16:colId xmlns:a16="http://schemas.microsoft.com/office/drawing/2014/main" val="2574531909"/>
                    </a:ext>
                  </a:extLst>
                </a:gridCol>
              </a:tblGrid>
              <a:tr h="60495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7791637"/>
                  </a:ext>
                </a:extLst>
              </a:tr>
              <a:tr h="60495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2977075"/>
                  </a:ext>
                </a:extLst>
              </a:tr>
              <a:tr h="60495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924402"/>
                  </a:ext>
                </a:extLst>
              </a:tr>
              <a:tr h="60495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7437602"/>
                  </a:ext>
                </a:extLst>
              </a:tr>
              <a:tr h="604950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9938435"/>
                  </a:ext>
                </a:extLst>
              </a:tr>
            </a:tbl>
          </a:graphicData>
        </a:graphic>
      </p:graphicFrame>
      <p:grpSp>
        <p:nvGrpSpPr>
          <p:cNvPr id="9" name="Group 8">
            <a:extLst>
              <a:ext uri="{FF2B5EF4-FFF2-40B4-BE49-F238E27FC236}">
                <a16:creationId xmlns:a16="http://schemas.microsoft.com/office/drawing/2014/main" id="{2A92CD21-2E47-74B5-B6A4-2F2A2488F834}"/>
              </a:ext>
            </a:extLst>
          </p:cNvPr>
          <p:cNvGrpSpPr/>
          <p:nvPr/>
        </p:nvGrpSpPr>
        <p:grpSpPr>
          <a:xfrm>
            <a:off x="1" y="1"/>
            <a:ext cx="21396326" cy="30267275"/>
            <a:chOff x="1" y="1"/>
            <a:chExt cx="21396326" cy="30267275"/>
          </a:xfrm>
        </p:grpSpPr>
        <p:sp>
          <p:nvSpPr>
            <p:cNvPr id="6" name="Rectangle 5">
              <a:extLst>
                <a:ext uri="{FF2B5EF4-FFF2-40B4-BE49-F238E27FC236}">
                  <a16:creationId xmlns:a16="http://schemas.microsoft.com/office/drawing/2014/main" id="{A7B11A1A-6EEC-9DF6-8D38-CA96AEB44CE9}"/>
                </a:ext>
              </a:extLst>
            </p:cNvPr>
            <p:cNvSpPr/>
            <p:nvPr/>
          </p:nvSpPr>
          <p:spPr>
            <a:xfrm>
              <a:off x="1" y="19731"/>
              <a:ext cx="1479737" cy="302278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F7A8C92-05AE-8A21-32DD-B361FB398D47}"/>
                </a:ext>
              </a:extLst>
            </p:cNvPr>
            <p:cNvSpPr/>
            <p:nvPr/>
          </p:nvSpPr>
          <p:spPr>
            <a:xfrm>
              <a:off x="19916590" y="1"/>
              <a:ext cx="1479737" cy="30267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 name="Table 1">
            <a:extLst>
              <a:ext uri="{FF2B5EF4-FFF2-40B4-BE49-F238E27FC236}">
                <a16:creationId xmlns:a16="http://schemas.microsoft.com/office/drawing/2014/main" id="{82E8401F-EAE7-F511-4515-9C81676627AA}"/>
              </a:ext>
            </a:extLst>
          </p:cNvPr>
          <p:cNvGraphicFramePr>
            <a:graphicFrameLocks noGrp="1"/>
          </p:cNvGraphicFramePr>
          <p:nvPr>
            <p:extLst>
              <p:ext uri="{D42A27DB-BD31-4B8C-83A1-F6EECF244321}">
                <p14:modId xmlns:p14="http://schemas.microsoft.com/office/powerpoint/2010/main" val="1102412773"/>
              </p:ext>
            </p:extLst>
          </p:nvPr>
        </p:nvGraphicFramePr>
        <p:xfrm>
          <a:off x="-3" y="-6"/>
          <a:ext cx="21396328" cy="30267276"/>
        </p:xfrm>
        <a:graphic>
          <a:graphicData uri="http://schemas.openxmlformats.org/drawingml/2006/table">
            <a:tbl>
              <a:tblPr firstRow="1" bandRow="1">
                <a:tableStyleId>{5C22544A-7EE6-4342-B048-85BDC9FD1C3A}</a:tableStyleId>
              </a:tblPr>
              <a:tblGrid>
                <a:gridCol w="10698164">
                  <a:extLst>
                    <a:ext uri="{9D8B030D-6E8A-4147-A177-3AD203B41FA5}">
                      <a16:colId xmlns:a16="http://schemas.microsoft.com/office/drawing/2014/main" val="871674298"/>
                    </a:ext>
                  </a:extLst>
                </a:gridCol>
                <a:gridCol w="10698164">
                  <a:extLst>
                    <a:ext uri="{9D8B030D-6E8A-4147-A177-3AD203B41FA5}">
                      <a16:colId xmlns:a16="http://schemas.microsoft.com/office/drawing/2014/main" val="999373143"/>
                    </a:ext>
                  </a:extLst>
                </a:gridCol>
              </a:tblGrid>
              <a:tr h="7566819">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51088392"/>
                  </a:ext>
                </a:extLst>
              </a:tr>
              <a:tr h="7566819">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41603674"/>
                  </a:ext>
                </a:extLst>
              </a:tr>
              <a:tr h="7566819">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03099845"/>
                  </a:ext>
                </a:extLst>
              </a:tr>
              <a:tr h="7566819">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2609848"/>
                  </a:ext>
                </a:extLst>
              </a:tr>
            </a:tbl>
          </a:graphicData>
        </a:graphic>
      </p:graphicFrame>
      <p:grpSp>
        <p:nvGrpSpPr>
          <p:cNvPr id="19" name="Group 18">
            <a:extLst>
              <a:ext uri="{FF2B5EF4-FFF2-40B4-BE49-F238E27FC236}">
                <a16:creationId xmlns:a16="http://schemas.microsoft.com/office/drawing/2014/main" id="{27D037E2-988A-6BC3-7F25-3F7CC5D90BBB}"/>
              </a:ext>
            </a:extLst>
          </p:cNvPr>
          <p:cNvGrpSpPr/>
          <p:nvPr/>
        </p:nvGrpSpPr>
        <p:grpSpPr>
          <a:xfrm>
            <a:off x="1647230" y="6435188"/>
            <a:ext cx="18101867" cy="6734141"/>
            <a:chOff x="1647230" y="6435188"/>
            <a:chExt cx="18101867" cy="6734141"/>
          </a:xfrm>
        </p:grpSpPr>
        <p:pic>
          <p:nvPicPr>
            <p:cNvPr id="1027" name="Picture 3">
              <a:extLst>
                <a:ext uri="{FF2B5EF4-FFF2-40B4-BE49-F238E27FC236}">
                  <a16:creationId xmlns:a16="http://schemas.microsoft.com/office/drawing/2014/main" id="{44B78F44-5E0F-67FE-DEBD-A3B1E77D05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25990" y="6729574"/>
              <a:ext cx="6307369" cy="39364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 name="Rectangle 1">
              <a:extLst>
                <a:ext uri="{FF2B5EF4-FFF2-40B4-BE49-F238E27FC236}">
                  <a16:creationId xmlns:a16="http://schemas.microsoft.com/office/drawing/2014/main" id="{3241F7DF-40CF-E366-2B42-F4377AD36E5F}"/>
                </a:ext>
              </a:extLst>
            </p:cNvPr>
            <p:cNvSpPr>
              <a:spLocks noChangeArrowheads="1"/>
            </p:cNvSpPr>
            <p:nvPr/>
          </p:nvSpPr>
          <p:spPr bwMode="auto">
            <a:xfrm>
              <a:off x="1917471" y="12153666"/>
              <a:ext cx="526626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a:t>
              </a:r>
              <a:r>
                <a:rPr lang="vi-VN" altLang="en-US" sz="2000" b="1" i="1">
                  <a:solidFill>
                    <a:schemeClr val="bg1">
                      <a:lumMod val="95000"/>
                    </a:schemeClr>
                  </a:solidFill>
                  <a:latin typeface="Arial" panose="020B0604020202020204" pitchFamily="34" charset="0"/>
                </a:rPr>
                <a:t>Muốn cứu nước, </a:t>
              </a:r>
              <a:endParaRPr lang="en-US" altLang="en-US" sz="2000" b="1" i="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i="1">
                  <a:solidFill>
                    <a:schemeClr val="bg1">
                      <a:lumMod val="95000"/>
                    </a:schemeClr>
                  </a:solidFill>
                  <a:latin typeface="Arial" panose="020B0604020202020204" pitchFamily="34" charset="0"/>
                </a:rPr>
                <a:t>	</a:t>
              </a:r>
              <a:r>
                <a:rPr lang="vi-VN" altLang="en-US" sz="2000" b="1" i="1">
                  <a:solidFill>
                    <a:schemeClr val="bg1">
                      <a:lumMod val="95000"/>
                    </a:schemeClr>
                  </a:solidFill>
                  <a:latin typeface="Arial" panose="020B0604020202020204" pitchFamily="34" charset="0"/>
                </a:rPr>
                <a:t>trước hết phải mở mang dân trí</a:t>
              </a:r>
              <a:r>
                <a:rPr lang="vi-VN" altLang="en-US" sz="2000" b="1">
                  <a:solidFill>
                    <a:schemeClr val="bg1">
                      <a:lumMod val="95000"/>
                    </a:schemeClr>
                  </a:solidFill>
                  <a:latin typeface="Arial" panose="020B0604020202020204" pitchFamily="34" charset="0"/>
                </a:rPr>
                <a:t>”</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 </a:t>
              </a:r>
              <a:r>
                <a:rPr lang="en-US" altLang="en-US" sz="2000" b="1">
                  <a:solidFill>
                    <a:schemeClr val="bg1">
                      <a:lumMod val="95000"/>
                    </a:schemeClr>
                  </a:solidFill>
                  <a:latin typeface="Arial" panose="020B0604020202020204" pitchFamily="34" charset="0"/>
                </a:rPr>
                <a:t>	</a:t>
              </a:r>
              <a:r>
                <a:rPr lang="vi-VN" altLang="en-US" sz="1400" b="1">
                  <a:solidFill>
                    <a:schemeClr val="bg1">
                      <a:lumMod val="95000"/>
                    </a:schemeClr>
                  </a:solidFill>
                  <a:latin typeface="Arial" panose="020B0604020202020204" pitchFamily="34" charset="0"/>
                </a:rPr>
                <a:t>Lương Văn Can</a:t>
              </a:r>
            </a:p>
          </p:txBody>
        </p:sp>
        <p:pic>
          <p:nvPicPr>
            <p:cNvPr id="1030" name="Picture 6">
              <a:extLst>
                <a:ext uri="{FF2B5EF4-FFF2-40B4-BE49-F238E27FC236}">
                  <a16:creationId xmlns:a16="http://schemas.microsoft.com/office/drawing/2014/main" id="{D1ED47F1-4781-57BD-6E81-A3C5F62CAE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27" r="49493"/>
            <a:stretch/>
          </p:blipFill>
          <p:spPr bwMode="auto">
            <a:xfrm>
              <a:off x="3452833" y="8685251"/>
              <a:ext cx="2195537" cy="3315408"/>
            </a:xfrm>
            <a:prstGeom prst="round2DiagRect">
              <a:avLst>
                <a:gd name="adj1" fmla="val 36801"/>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1FF4B1BD-06F5-4D40-2595-ADD7F0820F39}"/>
                </a:ext>
              </a:extLst>
            </p:cNvPr>
            <p:cNvSpPr>
              <a:spLocks noChangeArrowheads="1"/>
            </p:cNvSpPr>
            <p:nvPr/>
          </p:nvSpPr>
          <p:spPr bwMode="auto">
            <a:xfrm>
              <a:off x="1647230" y="6435188"/>
              <a:ext cx="1131904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i="1">
                  <a:solidFill>
                    <a:schemeClr val="bg1">
                      <a:lumMod val="95000"/>
                    </a:schemeClr>
                  </a:solidFill>
                  <a:latin typeface="Arial" panose="020B0604020202020204" pitchFamily="34" charset="0"/>
                </a:rPr>
                <a:t>ĐÔNG KINH NGHĨA THỤC (1907) – CUỘC CÁCH MẠNG GIÁO DỤC ĐẦU TIÊN</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Đông Kinh Nghĩa Thục là một phong trào giáo dục tiến bộ do các sĩ phu yêu nước khởi xướng, chính thức hoạt động từ tháng 3 năm 1907 tại phố Hàng Đào, Hà Nội. Trường dạy miễn phí cho mọi tầng lớp nhân dân, sử dụng chữ Quốc ngữ thay chữ Hán, dạy cho dân kiến thức tiên tiến về chính trị, kinh tế, xã hội, nhằm nâng cao dân trí.</a:t>
              </a:r>
            </a:p>
          </p:txBody>
        </p:sp>
        <p:sp>
          <p:nvSpPr>
            <p:cNvPr id="20" name="Rectangle 1">
              <a:extLst>
                <a:ext uri="{FF2B5EF4-FFF2-40B4-BE49-F238E27FC236}">
                  <a16:creationId xmlns:a16="http://schemas.microsoft.com/office/drawing/2014/main" id="{31E52569-0E32-90FE-09B0-D202D30D9F6A}"/>
                </a:ext>
              </a:extLst>
            </p:cNvPr>
            <p:cNvSpPr>
              <a:spLocks noChangeArrowheads="1"/>
            </p:cNvSpPr>
            <p:nvPr/>
          </p:nvSpPr>
          <p:spPr bwMode="auto">
            <a:xfrm>
              <a:off x="7779333" y="8290972"/>
              <a:ext cx="518397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Trường biên soạn nhiều sách báo như </a:t>
              </a:r>
              <a:r>
                <a:rPr lang="en-US" altLang="en-US" sz="2000" b="1" i="1">
                  <a:solidFill>
                    <a:schemeClr val="bg1">
                      <a:lumMod val="95000"/>
                    </a:schemeClr>
                  </a:solidFill>
                  <a:latin typeface="Arial" panose="020B0604020202020204" pitchFamily="34" charset="0"/>
                </a:rPr>
                <a:t>Quốc dân độc bản</a:t>
              </a:r>
              <a:r>
                <a:rPr lang="en-US" altLang="en-US" sz="2000" b="1">
                  <a:solidFill>
                    <a:schemeClr val="bg1">
                      <a:lumMod val="95000"/>
                    </a:schemeClr>
                  </a:solidFill>
                  <a:latin typeface="Arial" panose="020B0604020202020204" pitchFamily="34" charset="0"/>
                </a:rPr>
                <a:t>, </a:t>
              </a:r>
              <a:r>
                <a:rPr lang="en-US" altLang="en-US" sz="2000" b="1" i="1">
                  <a:solidFill>
                    <a:schemeClr val="bg1">
                      <a:lumMod val="95000"/>
                    </a:schemeClr>
                  </a:solidFill>
                  <a:latin typeface="Arial" panose="020B0604020202020204" pitchFamily="34" charset="0"/>
                </a:rPr>
                <a:t>Luân lý giáo khoa</a:t>
              </a:r>
              <a:r>
                <a:rPr lang="en-US" altLang="en-US" sz="2000" b="1">
                  <a:solidFill>
                    <a:schemeClr val="bg1">
                      <a:lumMod val="95000"/>
                    </a:schemeClr>
                  </a:solidFill>
                  <a:latin typeface="Arial" panose="020B0604020202020204" pitchFamily="34" charset="0"/>
                </a:rPr>
                <a:t>, </a:t>
              </a:r>
              <a:r>
                <a:rPr lang="en-US" altLang="en-US" sz="2000" b="1" i="1">
                  <a:solidFill>
                    <a:schemeClr val="bg1">
                      <a:lumMod val="95000"/>
                    </a:schemeClr>
                  </a:solidFill>
                  <a:latin typeface="Arial" panose="020B0604020202020204" pitchFamily="34" charset="0"/>
                </a:rPr>
                <a:t>Quốc văn tập đọc</a:t>
              </a: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thường viết dưới dạng thơ ca</a:t>
              </a:r>
              <a:r>
                <a:rPr lang="en-US" altLang="en-US" sz="2000" b="1">
                  <a:solidFill>
                    <a:schemeClr val="bg1">
                      <a:lumMod val="95000"/>
                    </a:schemeClr>
                  </a:solidFill>
                  <a:latin typeface="Arial" panose="020B0604020202020204" pitchFamily="34" charset="0"/>
                </a:rPr>
                <a:t> với nội dung yêu nước, nhân văn, dễ học và dễ hiểu. Qua đó, Đông Kinh Nghĩa Thục truyền bá tư tưởng tiến bộ, chống lại hủ tục lạc hậu, vận động chấn hưng đất nước.</a:t>
              </a:r>
            </a:p>
          </p:txBody>
        </p:sp>
        <p:sp>
          <p:nvSpPr>
            <p:cNvPr id="21" name="Rectangle 1">
              <a:extLst>
                <a:ext uri="{FF2B5EF4-FFF2-40B4-BE49-F238E27FC236}">
                  <a16:creationId xmlns:a16="http://schemas.microsoft.com/office/drawing/2014/main" id="{A882B8C7-0094-3923-7FAE-0877B6ACA7AA}"/>
                </a:ext>
              </a:extLst>
            </p:cNvPr>
            <p:cNvSpPr>
              <a:spLocks noChangeArrowheads="1"/>
            </p:cNvSpPr>
            <p:nvPr/>
          </p:nvSpPr>
          <p:spPr bwMode="auto">
            <a:xfrm>
              <a:off x="7779333" y="10769992"/>
              <a:ext cx="1196976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solidFill>
                  <a:latin typeface="Arial" panose="020B0604020202020204" pitchFamily="34" charset="0"/>
                </a:rPr>
                <a:t>     Do ảnh hưởng sâu rộng, tháng 11-1907, thực dân Pháp đàn áp, ra lệnh giải tán trường, tịch thu sách vở, bắt giam các nhân sĩ. Tuy tồn tại trong thời gian ngắn, phong trào đã thức tỉnh cả một thế hệ, đặt nền móng cho các tổ chức cách mạng sau này.</a:t>
              </a:r>
            </a:p>
            <a:p>
              <a:pPr defTabSz="914400" eaLnBrk="0" fontAlgn="base" hangingPunct="0">
                <a:spcBef>
                  <a:spcPct val="0"/>
                </a:spcBef>
                <a:spcAft>
                  <a:spcPct val="0"/>
                </a:spcAft>
              </a:pPr>
              <a:r>
                <a:rPr lang="en-US" altLang="en-US" sz="2000" b="1">
                  <a:solidFill>
                    <a:schemeClr val="bg1"/>
                  </a:solidFill>
                  <a:latin typeface="Arial" panose="020B0604020202020204" pitchFamily="34" charset="0"/>
                </a:rPr>
                <a:t>     Mặc dù bị đàn áp, </a:t>
              </a:r>
              <a:r>
                <a:rPr lang="vi-VN" altLang="en-US" sz="2000" b="1">
                  <a:solidFill>
                    <a:schemeClr val="bg1">
                      <a:lumMod val="95000"/>
                    </a:schemeClr>
                  </a:solidFill>
                  <a:latin typeface="Arial" panose="020B0604020202020204" pitchFamily="34" charset="0"/>
                </a:rPr>
                <a:t>Đông Kinh Nghĩa Thục là ngọn đuốc đầu tiên thắp sáng con đường giáo dục khai dân trí ở Việt Nam. Phong trào tạo nền tảng cho cách mạng tư sản dân chủ, là bước đệm cho sự ra đời của các tổ chức cách mạng sau này. </a:t>
              </a:r>
              <a:endParaRPr lang="en-US" altLang="en-US" sz="2000" b="1">
                <a:solidFill>
                  <a:schemeClr val="bg1">
                    <a:lumMod val="95000"/>
                  </a:schemeClr>
                </a:solidFill>
                <a:latin typeface="Arial" panose="020B0604020202020204" pitchFamily="34" charset="0"/>
              </a:endParaRPr>
            </a:p>
          </p:txBody>
        </p:sp>
      </p:grpSp>
      <p:grpSp>
        <p:nvGrpSpPr>
          <p:cNvPr id="22" name="Group 21">
            <a:extLst>
              <a:ext uri="{FF2B5EF4-FFF2-40B4-BE49-F238E27FC236}">
                <a16:creationId xmlns:a16="http://schemas.microsoft.com/office/drawing/2014/main" id="{106EFA83-51B8-86CA-D51F-1B3936B57F84}"/>
              </a:ext>
            </a:extLst>
          </p:cNvPr>
          <p:cNvGrpSpPr/>
          <p:nvPr/>
        </p:nvGrpSpPr>
        <p:grpSpPr>
          <a:xfrm>
            <a:off x="1703136" y="311812"/>
            <a:ext cx="18515044" cy="5783217"/>
            <a:chOff x="1703136" y="311812"/>
            <a:chExt cx="18515044" cy="5783217"/>
          </a:xfrm>
        </p:grpSpPr>
        <p:sp>
          <p:nvSpPr>
            <p:cNvPr id="11" name="Rectangle 1">
              <a:extLst>
                <a:ext uri="{FF2B5EF4-FFF2-40B4-BE49-F238E27FC236}">
                  <a16:creationId xmlns:a16="http://schemas.microsoft.com/office/drawing/2014/main" id="{1CAE2818-BD74-11A8-E00E-EFCA41762CC0}"/>
                </a:ext>
              </a:extLst>
            </p:cNvPr>
            <p:cNvSpPr>
              <a:spLocks noChangeArrowheads="1"/>
            </p:cNvSpPr>
            <p:nvPr/>
          </p:nvSpPr>
          <p:spPr bwMode="auto">
            <a:xfrm>
              <a:off x="5506358" y="418892"/>
              <a:ext cx="1430826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fr-FR" altLang="en-US" sz="2000" b="1" i="1">
                  <a:solidFill>
                    <a:schemeClr val="bg1">
                      <a:lumMod val="95000"/>
                    </a:schemeClr>
                  </a:solidFill>
                  <a:latin typeface="Arial" panose="020B0604020202020204" pitchFamily="34" charset="0"/>
                  <a:cs typeface="Arial" panose="020B0604020202020204" pitchFamily="34" charset="0"/>
                </a:rPr>
                <a:t>PHONG TRÀO ĐÔNG DU (1905-1909) </a:t>
              </a:r>
              <a:r>
                <a:rPr lang="en-US" altLang="en-US" sz="2000" b="1" i="1">
                  <a:solidFill>
                    <a:schemeClr val="bg1">
                      <a:lumMod val="95000"/>
                    </a:schemeClr>
                  </a:solidFill>
                  <a:latin typeface="Arial" panose="020B0604020202020204" pitchFamily="34" charset="0"/>
                  <a:cs typeface="Arial" panose="020B0604020202020204" pitchFamily="34" charset="0"/>
                </a:rPr>
                <a:t>– BƯỚC CHUYỂN MÌNH CỦA CÁCH MẠNG VIỆT NAM</a:t>
              </a:r>
              <a:endParaRPr lang="en-US" altLang="en-US" sz="2000" b="1">
                <a:solidFill>
                  <a:schemeClr val="bg1">
                    <a:lumMod val="95000"/>
                  </a:schemeClr>
                </a:solidFill>
                <a:latin typeface="Arial" panose="020B0604020202020204" pitchFamily="34" charset="0"/>
                <a:cs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Đầu thế kỷ 20, trước tình hình Việt Nam bị Pháp đô hộ, Phan Bội Châu cùng các sĩ phu yêu nước đã thành lập Duy Tân hội (1904) để chuẩn bị khởi nghĩa giành độc lập. </a:t>
              </a:r>
            </a:p>
          </p:txBody>
        </p:sp>
        <p:pic>
          <p:nvPicPr>
            <p:cNvPr id="1026" name="Picture 2">
              <a:extLst>
                <a:ext uri="{FF2B5EF4-FFF2-40B4-BE49-F238E27FC236}">
                  <a16:creationId xmlns:a16="http://schemas.microsoft.com/office/drawing/2014/main" id="{76F98813-43B9-E8A6-AC08-6BFD51D965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136" y="311812"/>
              <a:ext cx="3654552" cy="548182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2" name="Rectangle 1">
              <a:extLst>
                <a:ext uri="{FF2B5EF4-FFF2-40B4-BE49-F238E27FC236}">
                  <a16:creationId xmlns:a16="http://schemas.microsoft.com/office/drawing/2014/main" id="{487A1CAF-5148-67DE-F3B8-3C98F136567C}"/>
                </a:ext>
              </a:extLst>
            </p:cNvPr>
            <p:cNvSpPr>
              <a:spLocks noChangeArrowheads="1"/>
            </p:cNvSpPr>
            <p:nvPr/>
          </p:nvSpPr>
          <p:spPr bwMode="auto">
            <a:xfrm>
              <a:off x="5506355" y="1660309"/>
              <a:ext cx="767553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Trong bối cảnh đó, Phan Bội Châu nhận thấy nếu có sự hỗ trợ từ Nhật Bản thì Việt Nam mới có thể giành lại độc lập. </a:t>
              </a: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Tháng 02/1905, ông sang Nhật Bản cầu viện nhưng bị từ chối và được khuyên nên chú trọng vào giáo dục.</a:t>
              </a:r>
            </a:p>
          </p:txBody>
        </p:sp>
        <p:sp>
          <p:nvSpPr>
            <p:cNvPr id="13" name="Rectangle 1">
              <a:extLst>
                <a:ext uri="{FF2B5EF4-FFF2-40B4-BE49-F238E27FC236}">
                  <a16:creationId xmlns:a16="http://schemas.microsoft.com/office/drawing/2014/main" id="{03BB0BB9-E111-3175-B281-EC43D34CC584}"/>
                </a:ext>
              </a:extLst>
            </p:cNvPr>
            <p:cNvSpPr>
              <a:spLocks noChangeArrowheads="1"/>
            </p:cNvSpPr>
            <p:nvPr/>
          </p:nvSpPr>
          <p:spPr bwMode="auto">
            <a:xfrm>
              <a:off x="5506355" y="2924302"/>
              <a:ext cx="76755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Từ đó, Phong trào Đông Du ra đời với mục tiêu đưa thanh niên Việt Nam sang Nhật học tập, nhằm đào tạo lực lượng yêu nước có tri thức. Phong trào được nhân dân, nhất là ở Nam Kỳ, nhiệt tình hưởng ứng. Năm 1907, Phan Bội Châu thành lập Cống hiến hội để quản lý du học sinh, củng cố giáo dục văn hóa, quân sự, phát triển phong trào yêu nước. </a:t>
              </a:r>
            </a:p>
          </p:txBody>
        </p:sp>
        <p:pic>
          <p:nvPicPr>
            <p:cNvPr id="14" name="Picture 6">
              <a:extLst>
                <a:ext uri="{FF2B5EF4-FFF2-40B4-BE49-F238E27FC236}">
                  <a16:creationId xmlns:a16="http://schemas.microsoft.com/office/drawing/2014/main" id="{AD3BA36C-CCCC-5ED4-7381-4479B06D56B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5335"/>
            <a:stretch/>
          </p:blipFill>
          <p:spPr bwMode="auto">
            <a:xfrm>
              <a:off x="15288601" y="2478232"/>
              <a:ext cx="2198551" cy="3315408"/>
            </a:xfrm>
            <a:prstGeom prst="round2DiagRect">
              <a:avLst>
                <a:gd name="adj1" fmla="val 37462"/>
                <a:gd name="adj2" fmla="val 0"/>
              </a:avLst>
            </a:prstGeom>
            <a:ln w="88900" cap="sq">
              <a:no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7" name="Rectangle 1">
              <a:extLst>
                <a:ext uri="{FF2B5EF4-FFF2-40B4-BE49-F238E27FC236}">
                  <a16:creationId xmlns:a16="http://schemas.microsoft.com/office/drawing/2014/main" id="{F5A18D82-036E-03B0-1F9D-4431F4A7F223}"/>
                </a:ext>
              </a:extLst>
            </p:cNvPr>
            <p:cNvSpPr>
              <a:spLocks noChangeArrowheads="1"/>
            </p:cNvSpPr>
            <p:nvPr/>
          </p:nvSpPr>
          <p:spPr bwMode="auto">
            <a:xfrm>
              <a:off x="5506355" y="4771590"/>
              <a:ext cx="945688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Tuy nhiên, từ năm 1908, phong trào bị đàn áp mạnh do Pháp và Nhật ký hiệp ước. Đến 1909, Phan Bội Châu bị trục xuất, phong trào tan rã.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Dù thất bại, Đông Du đã khơi dậy tinh thần yêu nước và đặt nền móng cho các phong trào cách mạng sau này.</a:t>
              </a:r>
            </a:p>
          </p:txBody>
        </p:sp>
        <p:sp>
          <p:nvSpPr>
            <p:cNvPr id="18" name="Rectangle 1">
              <a:extLst>
                <a:ext uri="{FF2B5EF4-FFF2-40B4-BE49-F238E27FC236}">
                  <a16:creationId xmlns:a16="http://schemas.microsoft.com/office/drawing/2014/main" id="{0C5EAB13-6A27-9885-1334-1AD6C3291F60}"/>
                </a:ext>
              </a:extLst>
            </p:cNvPr>
            <p:cNvSpPr>
              <a:spLocks noChangeArrowheads="1"/>
            </p:cNvSpPr>
            <p:nvPr/>
          </p:nvSpPr>
          <p:spPr bwMode="auto">
            <a:xfrm>
              <a:off x="15041836" y="1538567"/>
              <a:ext cx="51763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a:t>
              </a:r>
              <a:r>
                <a:rPr lang="vi-VN" altLang="en-US" sz="2000" b="1" i="1">
                  <a:solidFill>
                    <a:schemeClr val="bg1">
                      <a:lumMod val="95000"/>
                    </a:schemeClr>
                  </a:solidFill>
                  <a:latin typeface="Arial" panose="020B0604020202020204" pitchFamily="34" charset="0"/>
                </a:rPr>
                <a:t>Đúc gan sắt để dời non lấp bể</a:t>
              </a:r>
              <a:endParaRPr lang="en-US" altLang="en-US" sz="2000" b="1" i="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vi-VN" altLang="en-US" sz="2000" b="1" i="1">
                  <a:solidFill>
                    <a:schemeClr val="bg1">
                      <a:lumMod val="95000"/>
                    </a:schemeClr>
                  </a:solidFill>
                  <a:latin typeface="Arial" panose="020B0604020202020204" pitchFamily="34" charset="0"/>
                </a:rPr>
                <a:t>Xối máu nóng rửa vết nhơ nô lệ</a:t>
              </a:r>
              <a:r>
                <a:rPr lang="en-US" altLang="en-US" sz="2000" b="1" i="1">
                  <a:solidFill>
                    <a:schemeClr val="bg1">
                      <a:lumMod val="95000"/>
                    </a:schemeClr>
                  </a:solidFill>
                  <a:latin typeface="Arial" panose="020B0604020202020204" pitchFamily="34" charset="0"/>
                </a:rPr>
                <a:t>…</a:t>
              </a:r>
              <a:r>
                <a:rPr lang="vi-VN" altLang="en-US" sz="2000" b="1">
                  <a:solidFill>
                    <a:schemeClr val="bg1">
                      <a:lumMod val="95000"/>
                    </a:schemeClr>
                  </a:solidFill>
                  <a:latin typeface="Arial" panose="020B0604020202020204" pitchFamily="34" charset="0"/>
                </a:rPr>
                <a:t>”</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en-US" altLang="en-US" sz="1400" b="1">
                  <a:solidFill>
                    <a:schemeClr val="bg1">
                      <a:lumMod val="95000"/>
                    </a:schemeClr>
                  </a:solidFill>
                  <a:latin typeface="Arial" panose="020B0604020202020204" pitchFamily="34" charset="0"/>
                </a:rPr>
                <a:t>Phan Bội Châu</a:t>
              </a:r>
              <a:endParaRPr lang="vi-VN" altLang="en-US" sz="1400" b="1">
                <a:solidFill>
                  <a:schemeClr val="bg1">
                    <a:lumMod val="95000"/>
                  </a:schemeClr>
                </a:solidFill>
                <a:latin typeface="Arial" panose="020B0604020202020204" pitchFamily="34" charset="0"/>
              </a:endParaRPr>
            </a:p>
          </p:txBody>
        </p:sp>
      </p:grpSp>
      <p:sp>
        <p:nvSpPr>
          <p:cNvPr id="28" name="Rectangle 1">
            <a:extLst>
              <a:ext uri="{FF2B5EF4-FFF2-40B4-BE49-F238E27FC236}">
                <a16:creationId xmlns:a16="http://schemas.microsoft.com/office/drawing/2014/main" id="{F551DFF0-8772-E3E4-9D0B-E228289FD386}"/>
              </a:ext>
            </a:extLst>
          </p:cNvPr>
          <p:cNvSpPr>
            <a:spLocks noChangeArrowheads="1"/>
          </p:cNvSpPr>
          <p:nvPr/>
        </p:nvSpPr>
        <p:spPr bwMode="auto">
          <a:xfrm>
            <a:off x="1703136" y="13668402"/>
            <a:ext cx="1112599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i="1">
                <a:solidFill>
                  <a:schemeClr val="bg1">
                    <a:lumMod val="95000"/>
                  </a:schemeClr>
                </a:solidFill>
                <a:latin typeface="Arial" panose="020B0604020202020204" pitchFamily="34" charset="0"/>
              </a:rPr>
              <a:t>CUỘC VẬN ĐỘNG DUY TÂN (1908) – KHAI DÂN TRÍ, CHẤN DÂN KHÍ, HẬU DÂN SINH</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Sau thất bại của phong trào Cần Vương và ảnh hưởng từ Minh Trị Duy Tân (Nhật Bản)</a:t>
            </a:r>
            <a:r>
              <a:rPr lang="en-US" altLang="en-US" sz="2000" b="1">
                <a:solidFill>
                  <a:schemeClr val="bg1">
                    <a:lumMod val="95000"/>
                  </a:schemeClr>
                </a:solidFill>
                <a:latin typeface="Arial" panose="020B0604020202020204" pitchFamily="34" charset="0"/>
              </a:rPr>
              <a:t>,</a:t>
            </a:r>
            <a:r>
              <a:rPr lang="vi-VN" altLang="en-US" sz="2000" b="1">
                <a:solidFill>
                  <a:schemeClr val="bg1">
                    <a:lumMod val="95000"/>
                  </a:schemeClr>
                </a:solidFill>
                <a:latin typeface="Arial" panose="020B0604020202020204" pitchFamily="34" charset="0"/>
              </a:rPr>
              <a:t> trí thức Trung Kì</a:t>
            </a:r>
            <a:r>
              <a:rPr lang="en-US" altLang="en-US" sz="2000" b="1">
                <a:solidFill>
                  <a:schemeClr val="bg1">
                    <a:lumMod val="95000"/>
                  </a:schemeClr>
                </a:solidFill>
                <a:latin typeface="Arial" panose="020B0604020202020204" pitchFamily="34" charset="0"/>
              </a:rPr>
              <a:t> dần</a:t>
            </a:r>
            <a:r>
              <a:rPr lang="vi-VN" altLang="en-US" sz="2000" b="1">
                <a:solidFill>
                  <a:schemeClr val="bg1">
                    <a:lumMod val="95000"/>
                  </a:schemeClr>
                </a:solidFill>
                <a:latin typeface="Arial" panose="020B0604020202020204" pitchFamily="34" charset="0"/>
              </a:rPr>
              <a:t> chuyển </a:t>
            </a:r>
            <a:r>
              <a:rPr lang="en-US" altLang="en-US" sz="2000" b="1">
                <a:solidFill>
                  <a:schemeClr val="bg1">
                    <a:lumMod val="95000"/>
                  </a:schemeClr>
                </a:solidFill>
                <a:latin typeface="Arial" panose="020B0604020202020204" pitchFamily="34" charset="0"/>
              </a:rPr>
              <a:t>từ</a:t>
            </a:r>
            <a:r>
              <a:rPr lang="vi-VN" altLang="en-US" sz="2000" b="1">
                <a:solidFill>
                  <a:schemeClr val="bg1">
                    <a:lumMod val="95000"/>
                  </a:schemeClr>
                </a:solidFill>
                <a:latin typeface="Arial" panose="020B0604020202020204" pitchFamily="34" charset="0"/>
              </a:rPr>
              <a:t> đấu tranh</a:t>
            </a:r>
            <a:r>
              <a:rPr lang="en-US" altLang="en-US" sz="2000" b="1">
                <a:solidFill>
                  <a:schemeClr val="bg1">
                    <a:lumMod val="95000"/>
                  </a:schemeClr>
                </a:solidFill>
                <a:latin typeface="Arial" panose="020B0604020202020204" pitchFamily="34" charset="0"/>
              </a:rPr>
              <a:t> vũ trang</a:t>
            </a:r>
            <a:r>
              <a:rPr lang="vi-VN" altLang="en-US" sz="2000" b="1">
                <a:solidFill>
                  <a:schemeClr val="bg1">
                    <a:lumMod val="95000"/>
                  </a:schemeClr>
                </a:solidFill>
                <a:latin typeface="Arial" panose="020B0604020202020204" pitchFamily="34" charset="0"/>
              </a:rPr>
              <a:t> sang cải cách xã hội</a:t>
            </a:r>
            <a:r>
              <a:rPr lang="en-US" altLang="en-US" sz="2000" b="1">
                <a:solidFill>
                  <a:schemeClr val="bg1">
                    <a:lumMod val="95000"/>
                  </a:schemeClr>
                </a:solidFill>
                <a:latin typeface="Arial" panose="020B0604020202020204" pitchFamily="34" charset="0"/>
              </a:rPr>
              <a:t>.</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Với phương châm “tự lực khai hóa”, Phan Châu Trinh cùng Huỳnh Thúc Khánh, Trần Quý Cáp đi khắp tỉnh Quảng Nam và các tỉnh lân cận để vận động cuộc duy tân với mục đích “khai dân trí” –  khai hóa dân trí theo kiến thức mới, “chấn dân khí” – khơi dậy tinh thần tự lực tự cường, “hậu dân sinh” – nâng cao đời sống nhân dân. </a:t>
            </a:r>
          </a:p>
        </p:txBody>
      </p:sp>
      <p:sp>
        <p:nvSpPr>
          <p:cNvPr id="29" name="Rectangle 1">
            <a:extLst>
              <a:ext uri="{FF2B5EF4-FFF2-40B4-BE49-F238E27FC236}">
                <a16:creationId xmlns:a16="http://schemas.microsoft.com/office/drawing/2014/main" id="{5CD085B4-46F1-E906-A303-C929DAC4152A}"/>
              </a:ext>
            </a:extLst>
          </p:cNvPr>
          <p:cNvSpPr>
            <a:spLocks noChangeArrowheads="1"/>
          </p:cNvSpPr>
          <p:nvPr/>
        </p:nvSpPr>
        <p:spPr bwMode="auto">
          <a:xfrm>
            <a:off x="7779333" y="16489081"/>
            <a:ext cx="51839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p:txBody>
      </p:sp>
      <p:sp>
        <p:nvSpPr>
          <p:cNvPr id="30" name="Rectangle 1">
            <a:extLst>
              <a:ext uri="{FF2B5EF4-FFF2-40B4-BE49-F238E27FC236}">
                <a16:creationId xmlns:a16="http://schemas.microsoft.com/office/drawing/2014/main" id="{29B0E412-9641-3363-1A14-6D9FBA491F6C}"/>
              </a:ext>
            </a:extLst>
          </p:cNvPr>
          <p:cNvSpPr>
            <a:spLocks noChangeArrowheads="1"/>
          </p:cNvSpPr>
          <p:nvPr/>
        </p:nvSpPr>
        <p:spPr bwMode="auto">
          <a:xfrm>
            <a:off x="7779333" y="18660324"/>
            <a:ext cx="119697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p:txBody>
      </p:sp>
      <p:pic>
        <p:nvPicPr>
          <p:cNvPr id="1032" name="Picture 8">
            <a:extLst>
              <a:ext uri="{FF2B5EF4-FFF2-40B4-BE49-F238E27FC236}">
                <a16:creationId xmlns:a16="http://schemas.microsoft.com/office/drawing/2014/main" id="{8C402655-B6AE-2A8E-8885-EAC169B73B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9042" y="16529807"/>
            <a:ext cx="4442195" cy="322881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6" name="Rectangle 1">
            <a:extLst>
              <a:ext uri="{FF2B5EF4-FFF2-40B4-BE49-F238E27FC236}">
                <a16:creationId xmlns:a16="http://schemas.microsoft.com/office/drawing/2014/main" id="{E6BDECA5-4EED-6850-4A0B-754C7AAC4DB4}"/>
              </a:ext>
            </a:extLst>
          </p:cNvPr>
          <p:cNvSpPr>
            <a:spLocks noChangeArrowheads="1"/>
          </p:cNvSpPr>
          <p:nvPr/>
        </p:nvSpPr>
        <p:spPr bwMode="auto">
          <a:xfrm>
            <a:off x="15625975" y="15083368"/>
            <a:ext cx="388472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a:t>
            </a:r>
            <a:r>
              <a:rPr lang="vi-VN" altLang="en-US" sz="2000" b="1" i="1">
                <a:solidFill>
                  <a:schemeClr val="bg1">
                    <a:lumMod val="95000"/>
                  </a:schemeClr>
                </a:solidFill>
                <a:latin typeface="Arial" panose="020B0604020202020204" pitchFamily="34" charset="0"/>
              </a:rPr>
              <a:t>“Đồng bào ta, người nước ta, ai mà ham mến tự do, tôi xin có một vật rất quý tặng cho đồng bào là “Chi bằng học</a:t>
            </a:r>
            <a:r>
              <a:rPr lang="vi-VN" altLang="en-US" sz="2000" b="1">
                <a:solidFill>
                  <a:schemeClr val="bg1">
                    <a:lumMod val="95000"/>
                  </a:schemeClr>
                </a:solidFill>
                <a:latin typeface="Arial" panose="020B0604020202020204" pitchFamily="34" charset="0"/>
              </a:rPr>
              <a:t>”</a:t>
            </a: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 </a:t>
            </a:r>
            <a:r>
              <a:rPr lang="en-US" altLang="en-US" sz="2000" b="1">
                <a:solidFill>
                  <a:schemeClr val="bg1">
                    <a:lumMod val="95000"/>
                  </a:schemeClr>
                </a:solidFill>
                <a:latin typeface="Arial" panose="020B0604020202020204" pitchFamily="34" charset="0"/>
              </a:rPr>
              <a:t>	</a:t>
            </a:r>
            <a:r>
              <a:rPr lang="en-US" altLang="en-US" sz="1400" b="1">
                <a:solidFill>
                  <a:schemeClr val="bg1">
                    <a:lumMod val="95000"/>
                  </a:schemeClr>
                </a:solidFill>
                <a:latin typeface="Arial" panose="020B0604020202020204" pitchFamily="34" charset="0"/>
              </a:rPr>
              <a:t>Phan Châu Trinh</a:t>
            </a:r>
            <a:endParaRPr lang="vi-VN" altLang="en-US" sz="1400" b="1">
              <a:solidFill>
                <a:schemeClr val="bg1">
                  <a:lumMod val="95000"/>
                </a:schemeClr>
              </a:solidFill>
              <a:latin typeface="Arial" panose="020B0604020202020204" pitchFamily="34" charset="0"/>
            </a:endParaRPr>
          </a:p>
        </p:txBody>
      </p:sp>
      <p:sp>
        <p:nvSpPr>
          <p:cNvPr id="31" name="Rectangle 1">
            <a:extLst>
              <a:ext uri="{FF2B5EF4-FFF2-40B4-BE49-F238E27FC236}">
                <a16:creationId xmlns:a16="http://schemas.microsoft.com/office/drawing/2014/main" id="{F2045E56-94FE-329A-6408-82153117DBBD}"/>
              </a:ext>
            </a:extLst>
          </p:cNvPr>
          <p:cNvSpPr>
            <a:spLocks noChangeArrowheads="1"/>
          </p:cNvSpPr>
          <p:nvPr/>
        </p:nvSpPr>
        <p:spPr bwMode="auto">
          <a:xfrm>
            <a:off x="6711898" y="17303638"/>
            <a:ext cx="1293999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Hoạt động chính gồm </a:t>
            </a:r>
            <a:r>
              <a:rPr lang="en-US" altLang="en-US" sz="2000" b="1">
                <a:solidFill>
                  <a:schemeClr val="bg1">
                    <a:lumMod val="95000"/>
                  </a:schemeClr>
                </a:solidFill>
                <a:latin typeface="Arial" panose="020B0604020202020204" pitchFamily="34" charset="0"/>
              </a:rPr>
              <a:t>t</a:t>
            </a:r>
            <a:r>
              <a:rPr lang="vi-VN" altLang="en-US" sz="2000" b="1">
                <a:solidFill>
                  <a:schemeClr val="bg1">
                    <a:lumMod val="95000"/>
                  </a:schemeClr>
                </a:solidFill>
                <a:latin typeface="Arial" panose="020B0604020202020204" pitchFamily="34" charset="0"/>
              </a:rPr>
              <a:t>hành lập mạng lưới </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trường Duy Tân, cải cách lối sống</a:t>
            </a:r>
            <a:r>
              <a:rPr lang="en-US" altLang="en-US" sz="2000" b="1">
                <a:solidFill>
                  <a:schemeClr val="bg1">
                    <a:lumMod val="95000"/>
                  </a:schemeClr>
                </a:solidFill>
                <a:latin typeface="Arial" panose="020B0604020202020204" pitchFamily="34" charset="0"/>
              </a:rPr>
              <a:t>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(cắt tóc ngắn, mặc áo ngắn, bỏ hủ tục lãng phí, …).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Đến cuối 1908, phong trào bị Pháp đàn áp: Trần Quý Cáp bị xử chém, Phan Châu Trinh bị đày, nhiều người bị bắt, trường bị đóng cửa. Dù thất bại về tổ chức, phong trào để lại dấu ấn tư tưởng lớn: chuyển </a:t>
            </a:r>
            <a:r>
              <a:rPr lang="en-US" altLang="en-US" sz="2000" b="1">
                <a:solidFill>
                  <a:schemeClr val="bg1">
                    <a:lumMod val="95000"/>
                  </a:schemeClr>
                </a:solidFill>
                <a:latin typeface="Arial" panose="020B0604020202020204" pitchFamily="34" charset="0"/>
              </a:rPr>
              <a:t>từ</a:t>
            </a:r>
            <a:r>
              <a:rPr lang="vi-VN" altLang="en-US" sz="2000" b="1">
                <a:solidFill>
                  <a:schemeClr val="bg1">
                    <a:lumMod val="95000"/>
                  </a:schemeClr>
                </a:solidFill>
                <a:latin typeface="Arial" panose="020B0604020202020204" pitchFamily="34" charset="0"/>
              </a:rPr>
              <a:t> đấu tranh từ vũ trang sang văn hóa</a:t>
            </a: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xã hội, nâng cao dân trí, đặt nền móng cho giáo dục quốc dân, và ảnh hưởng đến các phong trào yêu nước sau này.</a:t>
            </a:r>
            <a:endParaRPr lang="en-US" altLang="en-US" sz="2000" b="1">
              <a:solidFill>
                <a:schemeClr val="bg1">
                  <a:lumMod val="95000"/>
                </a:schemeClr>
              </a:solidFill>
              <a:latin typeface="Arial" panose="020B0604020202020204" pitchFamily="34" charset="0"/>
            </a:endParaRPr>
          </a:p>
        </p:txBody>
      </p:sp>
      <p:sp>
        <p:nvSpPr>
          <p:cNvPr id="35" name="Rectangle 34">
            <a:extLst>
              <a:ext uri="{FF2B5EF4-FFF2-40B4-BE49-F238E27FC236}">
                <a16:creationId xmlns:a16="http://schemas.microsoft.com/office/drawing/2014/main" id="{D17CA2E7-493D-5AD1-C0E3-2E27B34A7FF3}"/>
              </a:ext>
            </a:extLst>
          </p:cNvPr>
          <p:cNvSpPr/>
          <p:nvPr/>
        </p:nvSpPr>
        <p:spPr>
          <a:xfrm flipV="1">
            <a:off x="0" y="6206621"/>
            <a:ext cx="21396322" cy="107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0C7560A-8DCD-0563-8FC1-977500B6AF32}"/>
              </a:ext>
            </a:extLst>
          </p:cNvPr>
          <p:cNvSpPr/>
          <p:nvPr/>
        </p:nvSpPr>
        <p:spPr>
          <a:xfrm flipV="1">
            <a:off x="-5" y="13280921"/>
            <a:ext cx="21396322" cy="107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D3B07C6-AC1C-72AE-EF74-4074C217CCB8}"/>
              </a:ext>
            </a:extLst>
          </p:cNvPr>
          <p:cNvSpPr/>
          <p:nvPr/>
        </p:nvSpPr>
        <p:spPr>
          <a:xfrm flipV="1">
            <a:off x="-5" y="20279029"/>
            <a:ext cx="21396322" cy="107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8" name="Picture 14" descr="Báo Đà Nẵng điện tử">
            <a:extLst>
              <a:ext uri="{FF2B5EF4-FFF2-40B4-BE49-F238E27FC236}">
                <a16:creationId xmlns:a16="http://schemas.microsoft.com/office/drawing/2014/main" id="{1856F812-F82A-D621-4391-F594EECB1FA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327" r="51722"/>
          <a:stretch/>
        </p:blipFill>
        <p:spPr bwMode="auto">
          <a:xfrm flipH="1">
            <a:off x="13123634" y="14220142"/>
            <a:ext cx="2195540" cy="3315408"/>
          </a:xfrm>
          <a:prstGeom prst="round2DiagRect">
            <a:avLst>
              <a:gd name="adj1" fmla="val 37755"/>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540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E2416A7C-CA0B-43A5-1F79-61D9E151C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3"/>
            <a:ext cx="21396316" cy="30267278"/>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D74D029-CF6F-6C34-F0E2-266A3907EA94}"/>
              </a:ext>
            </a:extLst>
          </p:cNvPr>
          <p:cNvSpPr/>
          <p:nvPr/>
        </p:nvSpPr>
        <p:spPr>
          <a:xfrm>
            <a:off x="1" y="-2"/>
            <a:ext cx="21396316" cy="30267278"/>
          </a:xfrm>
          <a:prstGeom prst="rect">
            <a:avLst/>
          </a:prstGeom>
          <a:solidFill>
            <a:schemeClr val="tx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27D037E2-988A-6BC3-7F25-3F7CC5D90BBB}"/>
              </a:ext>
            </a:extLst>
          </p:cNvPr>
          <p:cNvGrpSpPr/>
          <p:nvPr/>
        </p:nvGrpSpPr>
        <p:grpSpPr>
          <a:xfrm>
            <a:off x="1647230" y="6435188"/>
            <a:ext cx="18101867" cy="6734141"/>
            <a:chOff x="1647230" y="6435188"/>
            <a:chExt cx="18101867" cy="6734141"/>
          </a:xfrm>
        </p:grpSpPr>
        <p:pic>
          <p:nvPicPr>
            <p:cNvPr id="1027" name="Picture 3">
              <a:extLst>
                <a:ext uri="{FF2B5EF4-FFF2-40B4-BE49-F238E27FC236}">
                  <a16:creationId xmlns:a16="http://schemas.microsoft.com/office/drawing/2014/main" id="{44B78F44-5E0F-67FE-DEBD-A3B1E77D05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5990" y="6729574"/>
              <a:ext cx="6307369" cy="39364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 name="Rectangle 1">
              <a:extLst>
                <a:ext uri="{FF2B5EF4-FFF2-40B4-BE49-F238E27FC236}">
                  <a16:creationId xmlns:a16="http://schemas.microsoft.com/office/drawing/2014/main" id="{3241F7DF-40CF-E366-2B42-F4377AD36E5F}"/>
                </a:ext>
              </a:extLst>
            </p:cNvPr>
            <p:cNvSpPr>
              <a:spLocks noChangeArrowheads="1"/>
            </p:cNvSpPr>
            <p:nvPr/>
          </p:nvSpPr>
          <p:spPr bwMode="auto">
            <a:xfrm>
              <a:off x="1917471" y="12153666"/>
              <a:ext cx="526626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a:t>
              </a:r>
              <a:r>
                <a:rPr lang="vi-VN" altLang="en-US" sz="2000" b="1" i="1">
                  <a:solidFill>
                    <a:schemeClr val="bg1">
                      <a:lumMod val="95000"/>
                    </a:schemeClr>
                  </a:solidFill>
                  <a:latin typeface="Arial" panose="020B0604020202020204" pitchFamily="34" charset="0"/>
                </a:rPr>
                <a:t>Muốn cứu nước, </a:t>
              </a:r>
              <a:endParaRPr lang="en-US" altLang="en-US" sz="2000" b="1" i="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i="1">
                  <a:solidFill>
                    <a:schemeClr val="bg1">
                      <a:lumMod val="95000"/>
                    </a:schemeClr>
                  </a:solidFill>
                  <a:latin typeface="Arial" panose="020B0604020202020204" pitchFamily="34" charset="0"/>
                </a:rPr>
                <a:t>	</a:t>
              </a:r>
              <a:r>
                <a:rPr lang="vi-VN" altLang="en-US" sz="2000" b="1" i="1">
                  <a:solidFill>
                    <a:schemeClr val="bg1">
                      <a:lumMod val="95000"/>
                    </a:schemeClr>
                  </a:solidFill>
                  <a:latin typeface="Arial" panose="020B0604020202020204" pitchFamily="34" charset="0"/>
                </a:rPr>
                <a:t>trước hết phải mở mang dân trí</a:t>
              </a:r>
              <a:r>
                <a:rPr lang="vi-VN" altLang="en-US" sz="2000" b="1">
                  <a:solidFill>
                    <a:schemeClr val="bg1">
                      <a:lumMod val="95000"/>
                    </a:schemeClr>
                  </a:solidFill>
                  <a:latin typeface="Arial" panose="020B0604020202020204" pitchFamily="34" charset="0"/>
                </a:rPr>
                <a:t>”</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 </a:t>
              </a:r>
              <a:r>
                <a:rPr lang="en-US" altLang="en-US" sz="2000" b="1">
                  <a:solidFill>
                    <a:schemeClr val="bg1">
                      <a:lumMod val="95000"/>
                    </a:schemeClr>
                  </a:solidFill>
                  <a:latin typeface="Arial" panose="020B0604020202020204" pitchFamily="34" charset="0"/>
                </a:rPr>
                <a:t>	</a:t>
              </a:r>
              <a:r>
                <a:rPr lang="vi-VN" altLang="en-US" sz="1400" b="1">
                  <a:solidFill>
                    <a:schemeClr val="bg1">
                      <a:lumMod val="95000"/>
                    </a:schemeClr>
                  </a:solidFill>
                  <a:latin typeface="Arial" panose="020B0604020202020204" pitchFamily="34" charset="0"/>
                </a:rPr>
                <a:t>Lương Văn Can</a:t>
              </a:r>
            </a:p>
          </p:txBody>
        </p:sp>
        <p:pic>
          <p:nvPicPr>
            <p:cNvPr id="1030" name="Picture 6">
              <a:extLst>
                <a:ext uri="{FF2B5EF4-FFF2-40B4-BE49-F238E27FC236}">
                  <a16:creationId xmlns:a16="http://schemas.microsoft.com/office/drawing/2014/main" id="{D1ED47F1-4781-57BD-6E81-A3C5F62CAE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27" r="49493"/>
            <a:stretch/>
          </p:blipFill>
          <p:spPr bwMode="auto">
            <a:xfrm>
              <a:off x="3452833" y="8685251"/>
              <a:ext cx="2195537" cy="3315408"/>
            </a:xfrm>
            <a:prstGeom prst="round2DiagRect">
              <a:avLst>
                <a:gd name="adj1" fmla="val 36801"/>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1FF4B1BD-06F5-4D40-2595-ADD7F0820F39}"/>
                </a:ext>
              </a:extLst>
            </p:cNvPr>
            <p:cNvSpPr>
              <a:spLocks noChangeArrowheads="1"/>
            </p:cNvSpPr>
            <p:nvPr/>
          </p:nvSpPr>
          <p:spPr bwMode="auto">
            <a:xfrm>
              <a:off x="1647230" y="6435188"/>
              <a:ext cx="1131904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i="1">
                  <a:solidFill>
                    <a:schemeClr val="bg1">
                      <a:lumMod val="95000"/>
                    </a:schemeClr>
                  </a:solidFill>
                  <a:latin typeface="Arial" panose="020B0604020202020204" pitchFamily="34" charset="0"/>
                </a:rPr>
                <a:t>ĐÔNG KINH NGHĨA THỤC (1907) – CUỘC CÁCH MẠNG GIÁO DỤC ĐẦU TIÊN</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Đông Kinh Nghĩa Thục là một phong trào giáo dục tiến bộ do các sĩ phu yêu nước khởi xướng, chính thức hoạt động từ tháng 3 năm 1907 tại phố Hàng Đào, Hà Nội. Trường dạy miễn phí cho mọi tầng lớp nhân dân, sử dụng chữ Quốc ngữ thay chữ Hán, dạy cho dân kiến thức tiên tiến về chính trị, kinh tế, xã hội, nhằm nâng cao dân trí.</a:t>
              </a:r>
            </a:p>
          </p:txBody>
        </p:sp>
        <p:sp>
          <p:nvSpPr>
            <p:cNvPr id="20" name="Rectangle 1">
              <a:extLst>
                <a:ext uri="{FF2B5EF4-FFF2-40B4-BE49-F238E27FC236}">
                  <a16:creationId xmlns:a16="http://schemas.microsoft.com/office/drawing/2014/main" id="{31E52569-0E32-90FE-09B0-D202D30D9F6A}"/>
                </a:ext>
              </a:extLst>
            </p:cNvPr>
            <p:cNvSpPr>
              <a:spLocks noChangeArrowheads="1"/>
            </p:cNvSpPr>
            <p:nvPr/>
          </p:nvSpPr>
          <p:spPr bwMode="auto">
            <a:xfrm>
              <a:off x="7779333" y="8290972"/>
              <a:ext cx="518397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Trường biên soạn nhiều sách báo như </a:t>
              </a:r>
              <a:r>
                <a:rPr lang="en-US" altLang="en-US" sz="2000" b="1" i="1">
                  <a:solidFill>
                    <a:schemeClr val="bg1">
                      <a:lumMod val="95000"/>
                    </a:schemeClr>
                  </a:solidFill>
                  <a:latin typeface="Arial" panose="020B0604020202020204" pitchFamily="34" charset="0"/>
                </a:rPr>
                <a:t>Quốc dân độc bản</a:t>
              </a:r>
              <a:r>
                <a:rPr lang="en-US" altLang="en-US" sz="2000" b="1">
                  <a:solidFill>
                    <a:schemeClr val="bg1">
                      <a:lumMod val="95000"/>
                    </a:schemeClr>
                  </a:solidFill>
                  <a:latin typeface="Arial" panose="020B0604020202020204" pitchFamily="34" charset="0"/>
                </a:rPr>
                <a:t>, </a:t>
              </a:r>
              <a:r>
                <a:rPr lang="en-US" altLang="en-US" sz="2000" b="1" i="1">
                  <a:solidFill>
                    <a:schemeClr val="bg1">
                      <a:lumMod val="95000"/>
                    </a:schemeClr>
                  </a:solidFill>
                  <a:latin typeface="Arial" panose="020B0604020202020204" pitchFamily="34" charset="0"/>
                </a:rPr>
                <a:t>Luân lý giáo khoa</a:t>
              </a:r>
              <a:r>
                <a:rPr lang="en-US" altLang="en-US" sz="2000" b="1">
                  <a:solidFill>
                    <a:schemeClr val="bg1">
                      <a:lumMod val="95000"/>
                    </a:schemeClr>
                  </a:solidFill>
                  <a:latin typeface="Arial" panose="020B0604020202020204" pitchFamily="34" charset="0"/>
                </a:rPr>
                <a:t>, </a:t>
              </a:r>
              <a:r>
                <a:rPr lang="en-US" altLang="en-US" sz="2000" b="1" i="1">
                  <a:solidFill>
                    <a:schemeClr val="bg1">
                      <a:lumMod val="95000"/>
                    </a:schemeClr>
                  </a:solidFill>
                  <a:latin typeface="Arial" panose="020B0604020202020204" pitchFamily="34" charset="0"/>
                </a:rPr>
                <a:t>Quốc văn tập đọc</a:t>
              </a: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thường viết dưới dạng thơ ca</a:t>
              </a:r>
              <a:r>
                <a:rPr lang="en-US" altLang="en-US" sz="2000" b="1">
                  <a:solidFill>
                    <a:schemeClr val="bg1">
                      <a:lumMod val="95000"/>
                    </a:schemeClr>
                  </a:solidFill>
                  <a:latin typeface="Arial" panose="020B0604020202020204" pitchFamily="34" charset="0"/>
                </a:rPr>
                <a:t> với nội dung yêu nước, nhân văn, dễ học và dễ hiểu. Qua đó, Đông Kinh Nghĩa Thục truyền bá tư tưởng tiến bộ, chống lại hủ tục lạc hậu, vận động chấn hưng đất nước.</a:t>
              </a:r>
            </a:p>
          </p:txBody>
        </p:sp>
        <p:sp>
          <p:nvSpPr>
            <p:cNvPr id="21" name="Rectangle 1">
              <a:extLst>
                <a:ext uri="{FF2B5EF4-FFF2-40B4-BE49-F238E27FC236}">
                  <a16:creationId xmlns:a16="http://schemas.microsoft.com/office/drawing/2014/main" id="{A882B8C7-0094-3923-7FAE-0877B6ACA7AA}"/>
                </a:ext>
              </a:extLst>
            </p:cNvPr>
            <p:cNvSpPr>
              <a:spLocks noChangeArrowheads="1"/>
            </p:cNvSpPr>
            <p:nvPr/>
          </p:nvSpPr>
          <p:spPr bwMode="auto">
            <a:xfrm>
              <a:off x="7779333" y="10769992"/>
              <a:ext cx="1196976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solidFill>
                  <a:latin typeface="Arial" panose="020B0604020202020204" pitchFamily="34" charset="0"/>
                </a:rPr>
                <a:t>     Do ảnh hưởng sâu rộng, tháng 11-1907, thực dân Pháp đàn áp, ra lệnh giải tán trường, tịch thu sách vở, bắt giam các nhân sĩ. Tuy tồn tại trong thời gian ngắn, phong trào đã thức tỉnh cả một thế hệ, đặt nền móng cho các tổ chức cách mạng sau này.</a:t>
              </a:r>
            </a:p>
            <a:p>
              <a:pPr defTabSz="914400" eaLnBrk="0" fontAlgn="base" hangingPunct="0">
                <a:spcBef>
                  <a:spcPct val="0"/>
                </a:spcBef>
                <a:spcAft>
                  <a:spcPct val="0"/>
                </a:spcAft>
              </a:pPr>
              <a:r>
                <a:rPr lang="en-US" altLang="en-US" sz="2000" b="1">
                  <a:solidFill>
                    <a:schemeClr val="bg1"/>
                  </a:solidFill>
                  <a:latin typeface="Arial" panose="020B0604020202020204" pitchFamily="34" charset="0"/>
                </a:rPr>
                <a:t>     Mặc dù bị đàn áp, </a:t>
              </a:r>
              <a:r>
                <a:rPr lang="vi-VN" altLang="en-US" sz="2000" b="1">
                  <a:solidFill>
                    <a:schemeClr val="bg1">
                      <a:lumMod val="95000"/>
                    </a:schemeClr>
                  </a:solidFill>
                  <a:latin typeface="Arial" panose="020B0604020202020204" pitchFamily="34" charset="0"/>
                </a:rPr>
                <a:t>Đông Kinh Nghĩa Thục là ngọn đuốc đầu tiên thắp sáng con đường giáo dục khai dân trí ở Việt Nam. Phong trào tạo nền tảng cho cách mạng tư sản dân chủ, là bước đệm cho sự ra đời của các tổ chức cách mạng sau này. </a:t>
              </a:r>
              <a:endParaRPr lang="en-US" altLang="en-US" sz="2000" b="1">
                <a:solidFill>
                  <a:schemeClr val="bg1">
                    <a:lumMod val="95000"/>
                  </a:schemeClr>
                </a:solidFill>
                <a:latin typeface="Arial" panose="020B0604020202020204" pitchFamily="34" charset="0"/>
              </a:endParaRPr>
            </a:p>
          </p:txBody>
        </p:sp>
      </p:grpSp>
      <p:grpSp>
        <p:nvGrpSpPr>
          <p:cNvPr id="22" name="Group 21">
            <a:extLst>
              <a:ext uri="{FF2B5EF4-FFF2-40B4-BE49-F238E27FC236}">
                <a16:creationId xmlns:a16="http://schemas.microsoft.com/office/drawing/2014/main" id="{106EFA83-51B8-86CA-D51F-1B3936B57F84}"/>
              </a:ext>
            </a:extLst>
          </p:cNvPr>
          <p:cNvGrpSpPr/>
          <p:nvPr/>
        </p:nvGrpSpPr>
        <p:grpSpPr>
          <a:xfrm>
            <a:off x="1703136" y="311812"/>
            <a:ext cx="18515044" cy="5783217"/>
            <a:chOff x="1703136" y="311812"/>
            <a:chExt cx="18515044" cy="5783217"/>
          </a:xfrm>
        </p:grpSpPr>
        <p:sp>
          <p:nvSpPr>
            <p:cNvPr id="11" name="Rectangle 1">
              <a:extLst>
                <a:ext uri="{FF2B5EF4-FFF2-40B4-BE49-F238E27FC236}">
                  <a16:creationId xmlns:a16="http://schemas.microsoft.com/office/drawing/2014/main" id="{1CAE2818-BD74-11A8-E00E-EFCA41762CC0}"/>
                </a:ext>
              </a:extLst>
            </p:cNvPr>
            <p:cNvSpPr>
              <a:spLocks noChangeArrowheads="1"/>
            </p:cNvSpPr>
            <p:nvPr/>
          </p:nvSpPr>
          <p:spPr bwMode="auto">
            <a:xfrm>
              <a:off x="5506358" y="418892"/>
              <a:ext cx="1430826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fr-FR" altLang="en-US" sz="2000" b="1" i="1">
                  <a:solidFill>
                    <a:schemeClr val="bg1">
                      <a:lumMod val="95000"/>
                    </a:schemeClr>
                  </a:solidFill>
                  <a:latin typeface="Arial" panose="020B0604020202020204" pitchFamily="34" charset="0"/>
                  <a:cs typeface="Arial" panose="020B0604020202020204" pitchFamily="34" charset="0"/>
                </a:rPr>
                <a:t>PHONG TRÀO ĐÔNG DU (1905-1909) </a:t>
              </a:r>
              <a:r>
                <a:rPr lang="en-US" altLang="en-US" sz="2000" b="1" i="1">
                  <a:solidFill>
                    <a:schemeClr val="bg1">
                      <a:lumMod val="95000"/>
                    </a:schemeClr>
                  </a:solidFill>
                  <a:latin typeface="Arial" panose="020B0604020202020204" pitchFamily="34" charset="0"/>
                  <a:cs typeface="Arial" panose="020B0604020202020204" pitchFamily="34" charset="0"/>
                </a:rPr>
                <a:t>– BƯỚC CHUYỂN MÌNH CỦA CÁCH MẠNG VIỆT NAM</a:t>
              </a:r>
              <a:endParaRPr lang="en-US" altLang="en-US" sz="2000" b="1">
                <a:solidFill>
                  <a:schemeClr val="bg1">
                    <a:lumMod val="95000"/>
                  </a:schemeClr>
                </a:solidFill>
                <a:latin typeface="Arial" panose="020B0604020202020204" pitchFamily="34" charset="0"/>
                <a:cs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Đầu thế kỷ 20, trước tình hình Việt Nam bị Pháp đô hộ, Phan Bội Châu cùng các sĩ phu yêu nước đã thành lập Duy Tân hội (1904) để chuẩn bị khởi nghĩa giành độc lập. </a:t>
              </a:r>
            </a:p>
          </p:txBody>
        </p:sp>
        <p:pic>
          <p:nvPicPr>
            <p:cNvPr id="1026" name="Picture 2">
              <a:extLst>
                <a:ext uri="{FF2B5EF4-FFF2-40B4-BE49-F238E27FC236}">
                  <a16:creationId xmlns:a16="http://schemas.microsoft.com/office/drawing/2014/main" id="{76F98813-43B9-E8A6-AC08-6BFD51D965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3136" y="311812"/>
              <a:ext cx="3654552" cy="548182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12" name="Rectangle 1">
              <a:extLst>
                <a:ext uri="{FF2B5EF4-FFF2-40B4-BE49-F238E27FC236}">
                  <a16:creationId xmlns:a16="http://schemas.microsoft.com/office/drawing/2014/main" id="{487A1CAF-5148-67DE-F3B8-3C98F136567C}"/>
                </a:ext>
              </a:extLst>
            </p:cNvPr>
            <p:cNvSpPr>
              <a:spLocks noChangeArrowheads="1"/>
            </p:cNvSpPr>
            <p:nvPr/>
          </p:nvSpPr>
          <p:spPr bwMode="auto">
            <a:xfrm>
              <a:off x="5506355" y="1660309"/>
              <a:ext cx="767553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Trong bối cảnh đó, Phan Bội Châu nhận thấy nếu có sự hỗ trợ từ Nhật Bản thì Việt Nam mới có thể giành lại độc lập. </a:t>
              </a: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Tháng 02/1905, ông sang Nhật Bản cầu viện nhưng bị từ chối và được khuyên nên chú trọng vào giáo dục.</a:t>
              </a:r>
            </a:p>
          </p:txBody>
        </p:sp>
        <p:sp>
          <p:nvSpPr>
            <p:cNvPr id="13" name="Rectangle 1">
              <a:extLst>
                <a:ext uri="{FF2B5EF4-FFF2-40B4-BE49-F238E27FC236}">
                  <a16:creationId xmlns:a16="http://schemas.microsoft.com/office/drawing/2014/main" id="{03BB0BB9-E111-3175-B281-EC43D34CC584}"/>
                </a:ext>
              </a:extLst>
            </p:cNvPr>
            <p:cNvSpPr>
              <a:spLocks noChangeArrowheads="1"/>
            </p:cNvSpPr>
            <p:nvPr/>
          </p:nvSpPr>
          <p:spPr bwMode="auto">
            <a:xfrm>
              <a:off x="5506355" y="2924302"/>
              <a:ext cx="76755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Từ đó, Phong trào Đông Du ra đời với mục tiêu đưa thanh niên Việt Nam sang Nhật học tập, nhằm đào tạo lực lượng yêu nước có tri thức. Phong trào được nhân dân, nhất là ở Nam Kỳ, nhiệt tình hưởng ứng. Năm 1907, Phan Bội Châu thành lập Cống hiến hội để quản lý du học sinh, củng cố giáo dục văn hóa, quân sự, phát triển phong trào yêu nước. </a:t>
              </a:r>
            </a:p>
          </p:txBody>
        </p:sp>
        <p:pic>
          <p:nvPicPr>
            <p:cNvPr id="14" name="Picture 6">
              <a:extLst>
                <a:ext uri="{FF2B5EF4-FFF2-40B4-BE49-F238E27FC236}">
                  <a16:creationId xmlns:a16="http://schemas.microsoft.com/office/drawing/2014/main" id="{AD3BA36C-CCCC-5ED4-7381-4479B06D56B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5335"/>
            <a:stretch/>
          </p:blipFill>
          <p:spPr bwMode="auto">
            <a:xfrm>
              <a:off x="15288601" y="2478232"/>
              <a:ext cx="2198551" cy="3315408"/>
            </a:xfrm>
            <a:prstGeom prst="round2DiagRect">
              <a:avLst>
                <a:gd name="adj1" fmla="val 37462"/>
                <a:gd name="adj2" fmla="val 0"/>
              </a:avLst>
            </a:prstGeom>
            <a:ln w="88900" cap="sq">
              <a:no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7" name="Rectangle 1">
              <a:extLst>
                <a:ext uri="{FF2B5EF4-FFF2-40B4-BE49-F238E27FC236}">
                  <a16:creationId xmlns:a16="http://schemas.microsoft.com/office/drawing/2014/main" id="{F5A18D82-036E-03B0-1F9D-4431F4A7F223}"/>
                </a:ext>
              </a:extLst>
            </p:cNvPr>
            <p:cNvSpPr>
              <a:spLocks noChangeArrowheads="1"/>
            </p:cNvSpPr>
            <p:nvPr/>
          </p:nvSpPr>
          <p:spPr bwMode="auto">
            <a:xfrm>
              <a:off x="5506355" y="4771590"/>
              <a:ext cx="945688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Tuy nhiên, từ năm 1908, phong trào bị đàn áp mạnh do Pháp và Nhật ký hiệp ước. Đến 1909, Phan Bội Châu bị trục xuất, phong trào tan rã.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cs typeface="Arial" panose="020B0604020202020204" pitchFamily="34" charset="0"/>
                </a:rPr>
                <a:t>     </a:t>
              </a:r>
              <a:r>
                <a:rPr lang="vi-VN" altLang="en-US" sz="2000" b="1">
                  <a:solidFill>
                    <a:schemeClr val="bg1">
                      <a:lumMod val="95000"/>
                    </a:schemeClr>
                  </a:solidFill>
                  <a:latin typeface="Arial" panose="020B0604020202020204" pitchFamily="34" charset="0"/>
                  <a:cs typeface="Arial" panose="020B0604020202020204" pitchFamily="34" charset="0"/>
                </a:rPr>
                <a:t>Dù thất bại, Đông Du đã khơi dậy tinh thần yêu nước và đặt nền móng cho các phong trào cách mạng sau này.</a:t>
              </a:r>
            </a:p>
          </p:txBody>
        </p:sp>
        <p:sp>
          <p:nvSpPr>
            <p:cNvPr id="18" name="Rectangle 1">
              <a:extLst>
                <a:ext uri="{FF2B5EF4-FFF2-40B4-BE49-F238E27FC236}">
                  <a16:creationId xmlns:a16="http://schemas.microsoft.com/office/drawing/2014/main" id="{0C5EAB13-6A27-9885-1334-1AD6C3291F60}"/>
                </a:ext>
              </a:extLst>
            </p:cNvPr>
            <p:cNvSpPr>
              <a:spLocks noChangeArrowheads="1"/>
            </p:cNvSpPr>
            <p:nvPr/>
          </p:nvSpPr>
          <p:spPr bwMode="auto">
            <a:xfrm>
              <a:off x="15041836" y="1538567"/>
              <a:ext cx="51763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a:t>
              </a:r>
              <a:r>
                <a:rPr lang="vi-VN" altLang="en-US" sz="2000" b="1" i="1">
                  <a:solidFill>
                    <a:schemeClr val="bg1">
                      <a:lumMod val="95000"/>
                    </a:schemeClr>
                  </a:solidFill>
                  <a:latin typeface="Arial" panose="020B0604020202020204" pitchFamily="34" charset="0"/>
                </a:rPr>
                <a:t>Đúc gan sắt để dời non lấp bể</a:t>
              </a:r>
              <a:endParaRPr lang="en-US" altLang="en-US" sz="2000" b="1" i="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vi-VN" altLang="en-US" sz="2000" b="1" i="1">
                  <a:solidFill>
                    <a:schemeClr val="bg1">
                      <a:lumMod val="95000"/>
                    </a:schemeClr>
                  </a:solidFill>
                  <a:latin typeface="Arial" panose="020B0604020202020204" pitchFamily="34" charset="0"/>
                </a:rPr>
                <a:t>Xối máu nóng rửa vết nhơ nô lệ</a:t>
              </a:r>
              <a:r>
                <a:rPr lang="en-US" altLang="en-US" sz="2000" b="1" i="1">
                  <a:solidFill>
                    <a:schemeClr val="bg1">
                      <a:lumMod val="95000"/>
                    </a:schemeClr>
                  </a:solidFill>
                  <a:latin typeface="Arial" panose="020B0604020202020204" pitchFamily="34" charset="0"/>
                </a:rPr>
                <a:t>…</a:t>
              </a:r>
              <a:r>
                <a:rPr lang="vi-VN" altLang="en-US" sz="2000" b="1">
                  <a:solidFill>
                    <a:schemeClr val="bg1">
                      <a:lumMod val="95000"/>
                    </a:schemeClr>
                  </a:solidFill>
                  <a:latin typeface="Arial" panose="020B0604020202020204" pitchFamily="34" charset="0"/>
                </a:rPr>
                <a:t>”</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en-US" altLang="en-US" sz="1400" b="1">
                  <a:solidFill>
                    <a:schemeClr val="bg1">
                      <a:lumMod val="95000"/>
                    </a:schemeClr>
                  </a:solidFill>
                  <a:latin typeface="Arial" panose="020B0604020202020204" pitchFamily="34" charset="0"/>
                </a:rPr>
                <a:t>Phan Bội Châu</a:t>
              </a:r>
              <a:endParaRPr lang="vi-VN" altLang="en-US" sz="1400" b="1">
                <a:solidFill>
                  <a:schemeClr val="bg1">
                    <a:lumMod val="95000"/>
                  </a:schemeClr>
                </a:solidFill>
                <a:latin typeface="Arial" panose="020B0604020202020204" pitchFamily="34" charset="0"/>
              </a:endParaRPr>
            </a:p>
          </p:txBody>
        </p:sp>
      </p:grpSp>
      <p:sp>
        <p:nvSpPr>
          <p:cNvPr id="28" name="Rectangle 1">
            <a:extLst>
              <a:ext uri="{FF2B5EF4-FFF2-40B4-BE49-F238E27FC236}">
                <a16:creationId xmlns:a16="http://schemas.microsoft.com/office/drawing/2014/main" id="{F551DFF0-8772-E3E4-9D0B-E228289FD386}"/>
              </a:ext>
            </a:extLst>
          </p:cNvPr>
          <p:cNvSpPr>
            <a:spLocks noChangeArrowheads="1"/>
          </p:cNvSpPr>
          <p:nvPr/>
        </p:nvSpPr>
        <p:spPr bwMode="auto">
          <a:xfrm>
            <a:off x="1703136" y="13668402"/>
            <a:ext cx="1112599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i="1">
                <a:solidFill>
                  <a:schemeClr val="bg1">
                    <a:lumMod val="95000"/>
                  </a:schemeClr>
                </a:solidFill>
                <a:latin typeface="Arial" panose="020B0604020202020204" pitchFamily="34" charset="0"/>
              </a:rPr>
              <a:t>CUỘC VẬN ĐỘNG DUY TÂN (1908) – KHAI DÂN TRÍ, CHẤN DÂN KHÍ, HẬU DÂN SINH</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Sau thất bại của phong trào Cần Vương và ảnh hưởng từ Minh Trị Duy Tân (Nhật Bản)</a:t>
            </a:r>
            <a:r>
              <a:rPr lang="en-US" altLang="en-US" sz="2000" b="1">
                <a:solidFill>
                  <a:schemeClr val="bg1">
                    <a:lumMod val="95000"/>
                  </a:schemeClr>
                </a:solidFill>
                <a:latin typeface="Arial" panose="020B0604020202020204" pitchFamily="34" charset="0"/>
              </a:rPr>
              <a:t>,</a:t>
            </a:r>
            <a:r>
              <a:rPr lang="vi-VN" altLang="en-US" sz="2000" b="1">
                <a:solidFill>
                  <a:schemeClr val="bg1">
                    <a:lumMod val="95000"/>
                  </a:schemeClr>
                </a:solidFill>
                <a:latin typeface="Arial" panose="020B0604020202020204" pitchFamily="34" charset="0"/>
              </a:rPr>
              <a:t> trí thức Trung Kì</a:t>
            </a:r>
            <a:r>
              <a:rPr lang="en-US" altLang="en-US" sz="2000" b="1">
                <a:solidFill>
                  <a:schemeClr val="bg1">
                    <a:lumMod val="95000"/>
                  </a:schemeClr>
                </a:solidFill>
                <a:latin typeface="Arial" panose="020B0604020202020204" pitchFamily="34" charset="0"/>
              </a:rPr>
              <a:t> dần</a:t>
            </a:r>
            <a:r>
              <a:rPr lang="vi-VN" altLang="en-US" sz="2000" b="1">
                <a:solidFill>
                  <a:schemeClr val="bg1">
                    <a:lumMod val="95000"/>
                  </a:schemeClr>
                </a:solidFill>
                <a:latin typeface="Arial" panose="020B0604020202020204" pitchFamily="34" charset="0"/>
              </a:rPr>
              <a:t> chuyển </a:t>
            </a:r>
            <a:r>
              <a:rPr lang="en-US" altLang="en-US" sz="2000" b="1">
                <a:solidFill>
                  <a:schemeClr val="bg1">
                    <a:lumMod val="95000"/>
                  </a:schemeClr>
                </a:solidFill>
                <a:latin typeface="Arial" panose="020B0604020202020204" pitchFamily="34" charset="0"/>
              </a:rPr>
              <a:t>từ</a:t>
            </a:r>
            <a:r>
              <a:rPr lang="vi-VN" altLang="en-US" sz="2000" b="1">
                <a:solidFill>
                  <a:schemeClr val="bg1">
                    <a:lumMod val="95000"/>
                  </a:schemeClr>
                </a:solidFill>
                <a:latin typeface="Arial" panose="020B0604020202020204" pitchFamily="34" charset="0"/>
              </a:rPr>
              <a:t> đấu tranh</a:t>
            </a:r>
            <a:r>
              <a:rPr lang="en-US" altLang="en-US" sz="2000" b="1">
                <a:solidFill>
                  <a:schemeClr val="bg1">
                    <a:lumMod val="95000"/>
                  </a:schemeClr>
                </a:solidFill>
                <a:latin typeface="Arial" panose="020B0604020202020204" pitchFamily="34" charset="0"/>
              </a:rPr>
              <a:t> vũ trang</a:t>
            </a:r>
            <a:r>
              <a:rPr lang="vi-VN" altLang="en-US" sz="2000" b="1">
                <a:solidFill>
                  <a:schemeClr val="bg1">
                    <a:lumMod val="95000"/>
                  </a:schemeClr>
                </a:solidFill>
                <a:latin typeface="Arial" panose="020B0604020202020204" pitchFamily="34" charset="0"/>
              </a:rPr>
              <a:t> sang cải cách xã hội</a:t>
            </a:r>
            <a:r>
              <a:rPr lang="en-US" altLang="en-US" sz="2000" b="1">
                <a:solidFill>
                  <a:schemeClr val="bg1">
                    <a:lumMod val="95000"/>
                  </a:schemeClr>
                </a:solidFill>
                <a:latin typeface="Arial" panose="020B0604020202020204" pitchFamily="34" charset="0"/>
              </a:rPr>
              <a:t>.</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Với phương châm “tự lực khai hóa”, Phan Châu Trinh cùng Huỳnh Thúc Khánh, Trần Quý Cáp đi khắp tỉnh Quảng Nam và các tỉnh lân cận để vận động cuộc duy tân với mục đích “khai dân trí” –  khai hóa dân trí theo kiến thức mới, “chấn dân khí” – khơi dậy tinh thần tự lực tự cường, “hậu dân sinh” – nâng cao đời sống nhân dân. </a:t>
            </a:r>
          </a:p>
        </p:txBody>
      </p:sp>
      <p:sp>
        <p:nvSpPr>
          <p:cNvPr id="29" name="Rectangle 1">
            <a:extLst>
              <a:ext uri="{FF2B5EF4-FFF2-40B4-BE49-F238E27FC236}">
                <a16:creationId xmlns:a16="http://schemas.microsoft.com/office/drawing/2014/main" id="{5CD085B4-46F1-E906-A303-C929DAC4152A}"/>
              </a:ext>
            </a:extLst>
          </p:cNvPr>
          <p:cNvSpPr>
            <a:spLocks noChangeArrowheads="1"/>
          </p:cNvSpPr>
          <p:nvPr/>
        </p:nvSpPr>
        <p:spPr bwMode="auto">
          <a:xfrm>
            <a:off x="7779333" y="16489081"/>
            <a:ext cx="51839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p:txBody>
      </p:sp>
      <p:sp>
        <p:nvSpPr>
          <p:cNvPr id="30" name="Rectangle 1">
            <a:extLst>
              <a:ext uri="{FF2B5EF4-FFF2-40B4-BE49-F238E27FC236}">
                <a16:creationId xmlns:a16="http://schemas.microsoft.com/office/drawing/2014/main" id="{29B0E412-9641-3363-1A14-6D9FBA491F6C}"/>
              </a:ext>
            </a:extLst>
          </p:cNvPr>
          <p:cNvSpPr>
            <a:spLocks noChangeArrowheads="1"/>
          </p:cNvSpPr>
          <p:nvPr/>
        </p:nvSpPr>
        <p:spPr bwMode="auto">
          <a:xfrm>
            <a:off x="7779333" y="18660324"/>
            <a:ext cx="119697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sz="2000" b="1">
              <a:solidFill>
                <a:schemeClr val="bg1">
                  <a:lumMod val="95000"/>
                </a:schemeClr>
              </a:solidFill>
              <a:latin typeface="Arial" panose="020B0604020202020204" pitchFamily="34" charset="0"/>
            </a:endParaRPr>
          </a:p>
        </p:txBody>
      </p:sp>
      <p:pic>
        <p:nvPicPr>
          <p:cNvPr id="1032" name="Picture 8">
            <a:extLst>
              <a:ext uri="{FF2B5EF4-FFF2-40B4-BE49-F238E27FC236}">
                <a16:creationId xmlns:a16="http://schemas.microsoft.com/office/drawing/2014/main" id="{8C402655-B6AE-2A8E-8885-EAC169B73B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9042" y="16529807"/>
            <a:ext cx="4442195" cy="322881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6" name="Rectangle 1">
            <a:extLst>
              <a:ext uri="{FF2B5EF4-FFF2-40B4-BE49-F238E27FC236}">
                <a16:creationId xmlns:a16="http://schemas.microsoft.com/office/drawing/2014/main" id="{E6BDECA5-4EED-6850-4A0B-754C7AAC4DB4}"/>
              </a:ext>
            </a:extLst>
          </p:cNvPr>
          <p:cNvSpPr>
            <a:spLocks noChangeArrowheads="1"/>
          </p:cNvSpPr>
          <p:nvPr/>
        </p:nvSpPr>
        <p:spPr bwMode="auto">
          <a:xfrm>
            <a:off x="15625975" y="15083368"/>
            <a:ext cx="388472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a:t>
            </a:r>
            <a:r>
              <a:rPr lang="vi-VN" altLang="en-US" sz="2000" b="1" i="1">
                <a:solidFill>
                  <a:schemeClr val="bg1">
                    <a:lumMod val="95000"/>
                  </a:schemeClr>
                </a:solidFill>
                <a:latin typeface="Arial" panose="020B0604020202020204" pitchFamily="34" charset="0"/>
              </a:rPr>
              <a:t>“Đồng bào ta, người nước ta, ai mà ham mến tự do, tôi xin có một vật rất quý tặng cho đồng bào là “Chi bằng học</a:t>
            </a:r>
            <a:r>
              <a:rPr lang="vi-VN" altLang="en-US" sz="2000" b="1">
                <a:solidFill>
                  <a:schemeClr val="bg1">
                    <a:lumMod val="95000"/>
                  </a:schemeClr>
                </a:solidFill>
                <a:latin typeface="Arial" panose="020B0604020202020204" pitchFamily="34" charset="0"/>
              </a:rPr>
              <a:t>”</a:t>
            </a: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 </a:t>
            </a:r>
            <a:r>
              <a:rPr lang="en-US" altLang="en-US" sz="2000" b="1">
                <a:solidFill>
                  <a:schemeClr val="bg1">
                    <a:lumMod val="95000"/>
                  </a:schemeClr>
                </a:solidFill>
                <a:latin typeface="Arial" panose="020B0604020202020204" pitchFamily="34" charset="0"/>
              </a:rPr>
              <a:t>	</a:t>
            </a:r>
            <a:r>
              <a:rPr lang="en-US" altLang="en-US" sz="1400" b="1">
                <a:solidFill>
                  <a:schemeClr val="bg1">
                    <a:lumMod val="95000"/>
                  </a:schemeClr>
                </a:solidFill>
                <a:latin typeface="Arial" panose="020B0604020202020204" pitchFamily="34" charset="0"/>
              </a:rPr>
              <a:t>Phan Châu Trinh</a:t>
            </a:r>
            <a:endParaRPr lang="vi-VN" altLang="en-US" sz="1400" b="1">
              <a:solidFill>
                <a:schemeClr val="bg1">
                  <a:lumMod val="95000"/>
                </a:schemeClr>
              </a:solidFill>
              <a:latin typeface="Arial" panose="020B0604020202020204" pitchFamily="34" charset="0"/>
            </a:endParaRPr>
          </a:p>
        </p:txBody>
      </p:sp>
      <p:sp>
        <p:nvSpPr>
          <p:cNvPr id="31" name="Rectangle 1">
            <a:extLst>
              <a:ext uri="{FF2B5EF4-FFF2-40B4-BE49-F238E27FC236}">
                <a16:creationId xmlns:a16="http://schemas.microsoft.com/office/drawing/2014/main" id="{F2045E56-94FE-329A-6408-82153117DBBD}"/>
              </a:ext>
            </a:extLst>
          </p:cNvPr>
          <p:cNvSpPr>
            <a:spLocks noChangeArrowheads="1"/>
          </p:cNvSpPr>
          <p:nvPr/>
        </p:nvSpPr>
        <p:spPr bwMode="auto">
          <a:xfrm>
            <a:off x="6711898" y="17303638"/>
            <a:ext cx="1293999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Hoạt động chính gồm </a:t>
            </a:r>
            <a:r>
              <a:rPr lang="en-US" altLang="en-US" sz="2000" b="1">
                <a:solidFill>
                  <a:schemeClr val="bg1">
                    <a:lumMod val="95000"/>
                  </a:schemeClr>
                </a:solidFill>
                <a:latin typeface="Arial" panose="020B0604020202020204" pitchFamily="34" charset="0"/>
              </a:rPr>
              <a:t>t</a:t>
            </a:r>
            <a:r>
              <a:rPr lang="vi-VN" altLang="en-US" sz="2000" b="1">
                <a:solidFill>
                  <a:schemeClr val="bg1">
                    <a:lumMod val="95000"/>
                  </a:schemeClr>
                </a:solidFill>
                <a:latin typeface="Arial" panose="020B0604020202020204" pitchFamily="34" charset="0"/>
              </a:rPr>
              <a:t>hành lập mạng lưới </a:t>
            </a:r>
            <a:endParaRPr lang="en-US" altLang="en-US" sz="2000" b="1">
              <a:solidFill>
                <a:schemeClr val="bg1">
                  <a:lumMod val="95000"/>
                </a:schemeClr>
              </a:solidFill>
              <a:latin typeface="Arial" panose="020B0604020202020204" pitchFamily="34" charset="0"/>
            </a:endParaRPr>
          </a:p>
          <a:p>
            <a:pPr defTabSz="914400" eaLnBrk="0" fontAlgn="base" hangingPunct="0">
              <a:spcBef>
                <a:spcPct val="0"/>
              </a:spcBef>
              <a:spcAft>
                <a:spcPct val="0"/>
              </a:spcAft>
            </a:pPr>
            <a:r>
              <a:rPr lang="vi-VN" altLang="en-US" sz="2000" b="1">
                <a:solidFill>
                  <a:schemeClr val="bg1">
                    <a:lumMod val="95000"/>
                  </a:schemeClr>
                </a:solidFill>
                <a:latin typeface="Arial" panose="020B0604020202020204" pitchFamily="34" charset="0"/>
              </a:rPr>
              <a:t>trường Duy Tân, cải cách lối sống</a:t>
            </a:r>
            <a:r>
              <a:rPr lang="en-US" altLang="en-US" sz="2000" b="1">
                <a:solidFill>
                  <a:schemeClr val="bg1">
                    <a:lumMod val="95000"/>
                  </a:schemeClr>
                </a:solidFill>
                <a:latin typeface="Arial" panose="020B0604020202020204" pitchFamily="34" charset="0"/>
              </a:rPr>
              <a:t>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(cắt tóc ngắn, mặc áo ngắn, bỏ hủ tục lãng phí, …). </a:t>
            </a:r>
          </a:p>
          <a:p>
            <a:pPr defTabSz="914400" eaLnBrk="0" fontAlgn="base" hangingPunct="0">
              <a:spcBef>
                <a:spcPct val="0"/>
              </a:spcBef>
              <a:spcAft>
                <a:spcPct val="0"/>
              </a:spcAft>
            </a:pP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Đến cuối 1908, phong trào bị Pháp đàn áp: Trần Quý Cáp bị xử chém, Phan Châu Trinh bị đày, nhiều người bị bắt, trường bị đóng cửa. Dù thất bại về tổ chức, phong trào để lại dấu ấn tư tưởng lớn: chuyển </a:t>
            </a:r>
            <a:r>
              <a:rPr lang="en-US" altLang="en-US" sz="2000" b="1">
                <a:solidFill>
                  <a:schemeClr val="bg1">
                    <a:lumMod val="95000"/>
                  </a:schemeClr>
                </a:solidFill>
                <a:latin typeface="Arial" panose="020B0604020202020204" pitchFamily="34" charset="0"/>
              </a:rPr>
              <a:t>từ</a:t>
            </a:r>
            <a:r>
              <a:rPr lang="vi-VN" altLang="en-US" sz="2000" b="1">
                <a:solidFill>
                  <a:schemeClr val="bg1">
                    <a:lumMod val="95000"/>
                  </a:schemeClr>
                </a:solidFill>
                <a:latin typeface="Arial" panose="020B0604020202020204" pitchFamily="34" charset="0"/>
              </a:rPr>
              <a:t> đấu tranh từ vũ trang sang văn hóa</a:t>
            </a:r>
            <a:r>
              <a:rPr lang="en-US" altLang="en-US" sz="2000" b="1">
                <a:solidFill>
                  <a:schemeClr val="bg1">
                    <a:lumMod val="95000"/>
                  </a:schemeClr>
                </a:solidFill>
                <a:latin typeface="Arial" panose="020B0604020202020204" pitchFamily="34" charset="0"/>
              </a:rPr>
              <a:t> </a:t>
            </a:r>
            <a:r>
              <a:rPr lang="vi-VN" altLang="en-US" sz="2000" b="1">
                <a:solidFill>
                  <a:schemeClr val="bg1">
                    <a:lumMod val="95000"/>
                  </a:schemeClr>
                </a:solidFill>
                <a:latin typeface="Arial" panose="020B0604020202020204" pitchFamily="34" charset="0"/>
              </a:rPr>
              <a:t>xã hội, nâng cao dân trí, đặt nền móng cho giáo dục quốc dân, và ảnh hưởng đến các phong trào yêu nước sau này.</a:t>
            </a:r>
            <a:endParaRPr lang="en-US" altLang="en-US" sz="2000" b="1">
              <a:solidFill>
                <a:schemeClr val="bg1">
                  <a:lumMod val="95000"/>
                </a:schemeClr>
              </a:solidFill>
              <a:latin typeface="Arial" panose="020B0604020202020204" pitchFamily="34" charset="0"/>
            </a:endParaRPr>
          </a:p>
        </p:txBody>
      </p:sp>
      <p:sp>
        <p:nvSpPr>
          <p:cNvPr id="35" name="Rectangle 34">
            <a:extLst>
              <a:ext uri="{FF2B5EF4-FFF2-40B4-BE49-F238E27FC236}">
                <a16:creationId xmlns:a16="http://schemas.microsoft.com/office/drawing/2014/main" id="{D17CA2E7-493D-5AD1-C0E3-2E27B34A7FF3}"/>
              </a:ext>
            </a:extLst>
          </p:cNvPr>
          <p:cNvSpPr/>
          <p:nvPr/>
        </p:nvSpPr>
        <p:spPr>
          <a:xfrm flipV="1">
            <a:off x="0" y="6206621"/>
            <a:ext cx="21396322" cy="107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0C7560A-8DCD-0563-8FC1-977500B6AF32}"/>
              </a:ext>
            </a:extLst>
          </p:cNvPr>
          <p:cNvSpPr/>
          <p:nvPr/>
        </p:nvSpPr>
        <p:spPr>
          <a:xfrm flipV="1">
            <a:off x="-5" y="13280921"/>
            <a:ext cx="21396322" cy="107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D3B07C6-AC1C-72AE-EF74-4074C217CCB8}"/>
              </a:ext>
            </a:extLst>
          </p:cNvPr>
          <p:cNvSpPr/>
          <p:nvPr/>
        </p:nvSpPr>
        <p:spPr>
          <a:xfrm flipV="1">
            <a:off x="-5" y="20279029"/>
            <a:ext cx="21396322" cy="1074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8" name="Picture 14" descr="Báo Đà Nẵng điện tử">
            <a:extLst>
              <a:ext uri="{FF2B5EF4-FFF2-40B4-BE49-F238E27FC236}">
                <a16:creationId xmlns:a16="http://schemas.microsoft.com/office/drawing/2014/main" id="{1856F812-F82A-D621-4391-F594EECB1FA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327" r="51722"/>
          <a:stretch/>
        </p:blipFill>
        <p:spPr bwMode="auto">
          <a:xfrm flipH="1">
            <a:off x="13123634" y="14220142"/>
            <a:ext cx="2195540" cy="3315408"/>
          </a:xfrm>
          <a:prstGeom prst="round2DiagRect">
            <a:avLst>
              <a:gd name="adj1" fmla="val 37755"/>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412722"/>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 y="182880"/>
            <a:ext cx="8229600" cy="457200"/>
          </a:xfrm>
          <a:prstGeom prst="rect">
            <a:avLst/>
          </a:prstGeom>
          <a:noFill/>
        </p:spPr>
        <p:txBody>
          <a:bodyPr wrap="none">
            <a:spAutoFit/>
          </a:bodyPr>
          <a:lstStyle/>
          <a:p>
            <a:pPr algn="l"/>
            <a:r>
              <a:rPr sz="1600" b="1">
                <a:latin typeface="Arial"/>
              </a:rPr>
              <a:t>PHONG TRÀO CHỐNG THUẾ Ở TRUNG KÌ (1908) – TIẾNG NÓI PHẢN KHÁNG MẠNH MẼ CỦA NÔNG DÂN</a:t>
            </a:r>
          </a:p>
        </p:txBody>
      </p:sp>
      <p:sp>
        <p:nvSpPr>
          <p:cNvPr id="3" name="TextBox 2"/>
          <p:cNvSpPr txBox="1"/>
          <p:nvPr/>
        </p:nvSpPr>
        <p:spPr>
          <a:xfrm>
            <a:off x="182880" y="914400"/>
            <a:ext cx="8229600" cy="1371600"/>
          </a:xfrm>
          <a:prstGeom prst="rect">
            <a:avLst/>
          </a:prstGeom>
          <a:noFill/>
        </p:spPr>
        <p:txBody>
          <a:bodyPr wrap="none">
            <a:spAutoFit/>
          </a:bodyPr>
          <a:lstStyle/>
          <a:p>
            <a:pPr algn="l"/>
            <a:r>
              <a:rPr sz="1400" b="0">
                <a:latin typeface="Arial"/>
              </a:rPr>
              <a:t>Đầu năm 1908, phong trào chống thuế bùng nổ ở các tỉnh Trung Kì (Quảng Nam, Quảng Ngãi, Thừa Thiên Huế…), với hàng vạn nông dân biểu tình phản đối chính sách thuế nặng nề của thực dân Pháp và triều đình nhà Nguyễn. Họ hô vang khẩu hiệu "Đả đảo sưu thuế", “Xin giảm thuế”, thể hiện ý thức đấu tranh rõ nét.
Phong trào bị đàn áp khốc liệt: nhiều người bị bắt, bị xử tử hoặc lưu đày. Tuy thất bại, phong trào thể hiện tinh thần quần chúng và là tiền đề cho các phong trào cách mạng sau.
“Lòng dân đã nổi, trời đất không yên.”</a:t>
            </a:r>
          </a:p>
        </p:txBody>
      </p:sp>
      <p:sp>
        <p:nvSpPr>
          <p:cNvPr id="4" name="TextBox 3"/>
          <p:cNvSpPr txBox="1"/>
          <p:nvPr/>
        </p:nvSpPr>
        <p:spPr>
          <a:xfrm>
            <a:off x="182880" y="2926080"/>
            <a:ext cx="8229600" cy="457200"/>
          </a:xfrm>
          <a:prstGeom prst="rect">
            <a:avLst/>
          </a:prstGeom>
          <a:noFill/>
        </p:spPr>
        <p:txBody>
          <a:bodyPr wrap="none">
            <a:spAutoFit/>
          </a:bodyPr>
          <a:lstStyle/>
          <a:p>
            <a:pPr algn="l"/>
            <a:r>
              <a:rPr sz="1600" b="1">
                <a:latin typeface="Arial"/>
              </a:rPr>
              <a:t>VỤ ĐẦU ĐỘC BINH SĨ PHÁP Ở HÀ NỘI (1908) – MƯU TOAN GIÀNH LẠI ĐỘC LẬP</a:t>
            </a:r>
          </a:p>
        </p:txBody>
      </p:sp>
      <p:sp>
        <p:nvSpPr>
          <p:cNvPr id="5" name="TextBox 4"/>
          <p:cNvSpPr txBox="1"/>
          <p:nvPr/>
        </p:nvSpPr>
        <p:spPr>
          <a:xfrm>
            <a:off x="182880" y="3657600"/>
            <a:ext cx="8229600" cy="1371600"/>
          </a:xfrm>
          <a:prstGeom prst="rect">
            <a:avLst/>
          </a:prstGeom>
          <a:noFill/>
        </p:spPr>
        <p:txBody>
          <a:bodyPr wrap="none">
            <a:spAutoFit/>
          </a:bodyPr>
          <a:lstStyle/>
          <a:p>
            <a:pPr algn="l"/>
            <a:r>
              <a:rPr sz="1400" b="0">
                <a:latin typeface="Arial"/>
              </a:rPr>
              <a:t>Tháng 6/1908, dưới sự chỉ đạo của tổ chức yêu nước, một nhóm binh lính người Việt phục vụ trong quân đội Pháp tại Hà Nội âm mưu đầu độc lính Pháp trong bữa ăn nhằm nổi dậy phối hợp cùng nhân dân giành chính quyền. Tuy nhiên, kế hoạch bị bại lộ trước giờ hành động.
Vụ việc thất bại, nhiều người bị xử tử (như đội Cấn), nhưng thể hiện tinh thần yêu nước, sự phối hợp giữa nội gián và nhân dân trong công cuộc đấu tranh giành độc lập dân tộc.
“Thất bại không dập tắt tinh thần chiến đấu, mà là ngọn lửa nuôi chí phục thù.”</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318</TotalTime>
  <Words>1816</Words>
  <Application>Microsoft Office PowerPoint</Application>
  <PresentationFormat>Custom</PresentationFormat>
  <Paragraphs>56</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Tuấn Bùi Anh</dc:creator>
  <cp:lastModifiedBy>Tuấn Bùi Anh</cp:lastModifiedBy>
  <cp:revision>3</cp:revision>
  <dcterms:created xsi:type="dcterms:W3CDTF">2025-06-17T16:25:15Z</dcterms:created>
  <dcterms:modified xsi:type="dcterms:W3CDTF">2025-06-18T11:41:50Z</dcterms:modified>
</cp:coreProperties>
</file>